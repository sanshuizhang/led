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8" r:id="rId3"/>
    <p:sldId id="266" r:id="rId4"/>
    <p:sldId id="267" r:id="rId5"/>
    <p:sldId id="260" r:id="rId6"/>
    <p:sldId id="258" r:id="rId7"/>
    <p:sldId id="259" r:id="rId8"/>
    <p:sldId id="261" r:id="rId9"/>
    <p:sldId id="262" r:id="rId10"/>
    <p:sldId id="263" r:id="rId11"/>
    <p:sldId id="265" r:id="rId12"/>
    <p:sldId id="26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7943"/>
    <a:srgbClr val="598398"/>
    <a:srgbClr val="489CD0"/>
    <a:srgbClr val="B5E1D6"/>
    <a:srgbClr val="DEF1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592" autoAdjust="0"/>
  </p:normalViewPr>
  <p:slideViewPr>
    <p:cSldViewPr snapToGrid="0">
      <p:cViewPr>
        <p:scale>
          <a:sx n="100" d="100"/>
          <a:sy n="100" d="100"/>
        </p:scale>
        <p:origin x="9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6FFB2-7717-4239-A41E-E7600FFD09C6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C2387-1E76-4B5F-A44C-06D9099A1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19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C2387-1E76-4B5F-A44C-06D9099A135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24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FCDA9-6E65-DEEB-AB45-05F361FB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AE5404-16B3-E292-5E8D-79721B3C1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2FBBA-487E-D0D4-4D42-70672654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945EA4-4D40-207D-7D8E-F86BFA7B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CBAF00-8E1C-C781-2161-3EF62B60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48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41086-8B81-E46F-250C-E27D4FB5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EA4106-03F1-48E5-0375-5C51968DD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C1180-A6E8-05B7-2DF1-FBD2B666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BC9918-DF57-1721-7D28-735E4E8F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C3ABF-06F1-06B7-6DDD-9FF5F5D9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9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F62B1-2532-5B48-4452-ABBD374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BC6DE7-CA5E-ECCA-7EAF-03F85D9EB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DCC420-9315-7A6A-4F1A-0E098CA59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6162C-9BC3-AF27-9BC6-C6EFEC156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25364-0812-831D-8F82-04E9245F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3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B645C-0C44-9188-5E99-931FF9D7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12DDD4-99AF-FC45-EA99-2E171E66A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CA06FB-0FD1-E75B-E960-D9FBF0CCD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B47DF4-5C27-12F0-4750-41991150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1CA5C7-435B-9257-5B02-A3CD4A05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9AF190-DCE2-F12D-49D3-FC0F9B27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89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D331B-4926-24F6-23B2-1787509D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AAC442-D9EB-7525-AB2A-FDCE0085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5AF9FA-59E5-0B1D-48B2-59A72E116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A0BEAE-7BED-4B65-F571-95FA8BEBD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2F3FDC-8501-10F3-69C0-EA5819F93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9E9A01-234E-F34C-2722-DA8F29F4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5309D9-4872-3DFB-6EED-DBDE4240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3FC970-5FE4-3BEB-C425-2A5B1CCE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07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770F0-0E32-88B3-4C46-3E8D569D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32BC2D-16A7-E282-9C14-47077136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16F214-D7EB-9457-25D5-767830B30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3720EC-6289-1902-02E6-48F01EA3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7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EAB18E-0161-1069-5A55-4860F875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79C3CD-16DE-CD6C-35BA-685D2649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5FD412-08C8-1A1C-E092-0FB49156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0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3619F-AF81-0726-8573-C51CF35C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823084-CE7C-3B93-6A65-1CD8180A6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9239DA-F83F-9559-015A-2E598168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3B79E6-E115-451B-91A4-17C72FB1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584DD-923A-B1F5-239F-FE2380D2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482D95-E086-4FDA-03BB-7EE8A2B7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15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817D5-DCB1-0BEB-E06D-9B8010173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EB16BE-ECBD-F266-B8B6-3FF1726E6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077575-27E1-1843-83A4-535836A76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968ACF-50FA-1E4C-8A2C-062915EA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9BEB0D-770C-CA13-14BB-B32843E6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F7EB1E-1FCF-480F-3273-9B1A1E6D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1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862C7-D013-FCB8-AB55-C292E999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783D22-0A76-099B-9B60-128790CF8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9D77EF-D6DB-866D-64D0-0868BB46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90B86C-D3BB-868E-A707-46F5BA98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87998F-6FCD-C161-DC6C-EB914C38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58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5CF760-C248-C242-69B2-5696677C7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0049C2-7C9E-0B1B-E597-3D3769D9A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21693B-369F-26F9-9C29-A51A5900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3F6CDC-4089-69B2-B9E6-FA52266F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DF33F-2BFE-FF48-AF39-D2458584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24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50B7FC-BFB6-90E1-B784-B98F1FB1D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8B50CB-ACC3-5D35-EDD2-C78325AE4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6D9F22-01F2-0D32-6A9A-27ED33EA6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E62B9-E959-4D22-9D76-580D8157F04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DC2708-7273-2D81-37EB-14A1152E8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8846B-ADF3-1A16-503E-31E2495CF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C70F0-2FDC-4F8C-93EB-A04F7535E7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04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26" Type="http://schemas.openxmlformats.org/officeDocument/2006/relationships/image" Target="../media/image13.wmf"/><Relationship Id="rId3" Type="http://schemas.openxmlformats.org/officeDocument/2006/relationships/image" Target="../media/image1.wmf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oleObject" Target="../embeddings/oleObject12.bin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image" Target="../media/image12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oleObject" Target="../embeddings/oleObject11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7.bin"/><Relationship Id="rId3" Type="http://schemas.openxmlformats.org/officeDocument/2006/relationships/image" Target="../media/image16.png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1.w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20.wmf"/><Relationship Id="rId4" Type="http://schemas.openxmlformats.org/officeDocument/2006/relationships/image" Target="../media/image17.png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2EFA425-C21D-38E1-54EC-B9808598811F}"/>
              </a:ext>
            </a:extLst>
          </p:cNvPr>
          <p:cNvSpPr/>
          <p:nvPr/>
        </p:nvSpPr>
        <p:spPr>
          <a:xfrm>
            <a:off x="895932" y="2794978"/>
            <a:ext cx="5922951" cy="230708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D43E5AFC-9356-4AF1-C2C5-F30C119D7848}"/>
              </a:ext>
            </a:extLst>
          </p:cNvPr>
          <p:cNvGrpSpPr/>
          <p:nvPr/>
        </p:nvGrpSpPr>
        <p:grpSpPr>
          <a:xfrm>
            <a:off x="1001643" y="2948365"/>
            <a:ext cx="5750789" cy="2319499"/>
            <a:chOff x="1670678" y="708905"/>
            <a:chExt cx="5750789" cy="231949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DBF207B-FBA3-7E93-222F-8F9CE1F54C3B}"/>
                </a:ext>
              </a:extLst>
            </p:cNvPr>
            <p:cNvGrpSpPr/>
            <p:nvPr/>
          </p:nvGrpSpPr>
          <p:grpSpPr>
            <a:xfrm>
              <a:off x="1970858" y="1355192"/>
              <a:ext cx="854365" cy="277000"/>
              <a:chOff x="5306290" y="2059754"/>
              <a:chExt cx="854365" cy="2770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4F37CD83-4933-7872-3875-90F52F6A4C2C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4F237A-7929-52CD-E21D-250E933A0D3A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GRU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单元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86E9CBC-5F8C-AEEB-F800-79C3D7709175}"/>
                </a:ext>
              </a:extLst>
            </p:cNvPr>
            <p:cNvGrpSpPr/>
            <p:nvPr/>
          </p:nvGrpSpPr>
          <p:grpSpPr>
            <a:xfrm>
              <a:off x="3056131" y="1355192"/>
              <a:ext cx="854365" cy="277000"/>
              <a:chOff x="5306290" y="2059754"/>
              <a:chExt cx="854365" cy="277000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651FBA7-EEC7-EA3C-CA53-502151D08D99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096E1D-6759-B13C-07F0-88CCD68B838E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GRU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单元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D648FC4-5A47-46A6-DD45-4B59A8FD3734}"/>
                </a:ext>
              </a:extLst>
            </p:cNvPr>
            <p:cNvGrpSpPr/>
            <p:nvPr/>
          </p:nvGrpSpPr>
          <p:grpSpPr>
            <a:xfrm>
              <a:off x="5246304" y="1355191"/>
              <a:ext cx="854365" cy="277000"/>
              <a:chOff x="5306290" y="2059754"/>
              <a:chExt cx="854365" cy="27700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26ABB0F9-DA9A-A1EE-566F-67CA050F11B7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C28E1B3-3A61-0649-5A9B-C2FBFBADA2AB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GRU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单元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F52ACB9-8543-AED1-0AEC-C3E2078AF7A4}"/>
                </a:ext>
              </a:extLst>
            </p:cNvPr>
            <p:cNvGrpSpPr/>
            <p:nvPr/>
          </p:nvGrpSpPr>
          <p:grpSpPr>
            <a:xfrm>
              <a:off x="6331577" y="1355191"/>
              <a:ext cx="854365" cy="277000"/>
              <a:chOff x="5306290" y="2059754"/>
              <a:chExt cx="854365" cy="277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A48815C-D567-E93C-3676-B7E9200700C7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622376C-C08F-3EBF-2A4A-BD59C6E535C4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GRU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单元</a:t>
                </a:r>
              </a:p>
            </p:txBody>
          </p:sp>
        </p:grp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436C407C-6DE6-1D4B-2A94-CF27F3AC962B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1670678" y="1493692"/>
              <a:ext cx="3001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3D9C3965-7B1B-26F1-57FF-239AD012BAF5}"/>
                </a:ext>
              </a:extLst>
            </p:cNvPr>
            <p:cNvCxnSpPr>
              <a:cxnSpLocks/>
            </p:cNvCxnSpPr>
            <p:nvPr/>
          </p:nvCxnSpPr>
          <p:spPr>
            <a:xfrm>
              <a:off x="2760568" y="1498309"/>
              <a:ext cx="3001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EB4C86F3-46D6-F4BD-61BF-C9DF43330BA5}"/>
                </a:ext>
              </a:extLst>
            </p:cNvPr>
            <p:cNvCxnSpPr>
              <a:cxnSpLocks/>
            </p:cNvCxnSpPr>
            <p:nvPr/>
          </p:nvCxnSpPr>
          <p:spPr>
            <a:xfrm>
              <a:off x="6031397" y="1493692"/>
              <a:ext cx="3001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DFE23ED0-8584-1C00-C6CC-6B0335D10E6A}"/>
                </a:ext>
              </a:extLst>
            </p:cNvPr>
            <p:cNvCxnSpPr>
              <a:cxnSpLocks/>
            </p:cNvCxnSpPr>
            <p:nvPr/>
          </p:nvCxnSpPr>
          <p:spPr>
            <a:xfrm>
              <a:off x="3845841" y="1493692"/>
              <a:ext cx="3001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8FCF834E-AE0F-9B7F-C3F4-EE731A58A597}"/>
                </a:ext>
              </a:extLst>
            </p:cNvPr>
            <p:cNvGrpSpPr/>
            <p:nvPr/>
          </p:nvGrpSpPr>
          <p:grpSpPr>
            <a:xfrm>
              <a:off x="4149483" y="1355191"/>
              <a:ext cx="854365" cy="277000"/>
              <a:chOff x="5306290" y="2059754"/>
              <a:chExt cx="854365" cy="277000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CC54787-E1CC-4AD4-CB75-A5F2F3359680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39057D8-0D8F-F5D9-C19E-C646BA654CB1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21F7B4CE-23BA-05CF-6524-1EF59C7E79E4}"/>
                </a:ext>
              </a:extLst>
            </p:cNvPr>
            <p:cNvSpPr/>
            <p:nvPr/>
          </p:nvSpPr>
          <p:spPr>
            <a:xfrm>
              <a:off x="4383281" y="1465429"/>
              <a:ext cx="64945" cy="5904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8739E32-12FE-AD0D-1320-ED792FDD0E9B}"/>
                </a:ext>
              </a:extLst>
            </p:cNvPr>
            <p:cNvSpPr/>
            <p:nvPr/>
          </p:nvSpPr>
          <p:spPr>
            <a:xfrm>
              <a:off x="4518070" y="1465429"/>
              <a:ext cx="64945" cy="5904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8B48364D-A5A7-4A25-80E3-7EB2FAA2E6AA}"/>
                </a:ext>
              </a:extLst>
            </p:cNvPr>
            <p:cNvSpPr/>
            <p:nvPr/>
          </p:nvSpPr>
          <p:spPr>
            <a:xfrm>
              <a:off x="4652859" y="1465429"/>
              <a:ext cx="64945" cy="5904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5C754084-DB81-E946-4AF1-84D15703D62C}"/>
                </a:ext>
              </a:extLst>
            </p:cNvPr>
            <p:cNvCxnSpPr>
              <a:cxnSpLocks/>
            </p:cNvCxnSpPr>
            <p:nvPr/>
          </p:nvCxnSpPr>
          <p:spPr>
            <a:xfrm>
              <a:off x="4939193" y="1490514"/>
              <a:ext cx="3001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7DA54AB9-7272-4CF8-CA20-C7BB620CA2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950" y="2804421"/>
              <a:ext cx="0" cy="223983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78" name="对象 77">
              <a:extLst>
                <a:ext uri="{FF2B5EF4-FFF2-40B4-BE49-F238E27FC236}">
                  <a16:creationId xmlns:a16="http://schemas.microsoft.com/office/drawing/2014/main" id="{9E878474-1BAD-0B4D-0E20-08954ED540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4911069"/>
                </p:ext>
              </p:extLst>
            </p:nvPr>
          </p:nvGraphicFramePr>
          <p:xfrm>
            <a:off x="4403899" y="2586944"/>
            <a:ext cx="254000" cy="234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480" imgH="164880" progId="Equation.DSMT4">
                    <p:embed/>
                  </p:oleObj>
                </mc:Choice>
                <mc:Fallback>
                  <p:oleObj name="Equation" r:id="rId2" imgW="1774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403899" y="2586944"/>
                          <a:ext cx="254000" cy="234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7C17C135-9F58-3067-30C4-0ECB26DFAC1C}"/>
                </a:ext>
              </a:extLst>
            </p:cNvPr>
            <p:cNvCxnSpPr>
              <a:cxnSpLocks/>
            </p:cNvCxnSpPr>
            <p:nvPr/>
          </p:nvCxnSpPr>
          <p:spPr>
            <a:xfrm>
              <a:off x="2398375" y="2211281"/>
              <a:ext cx="0" cy="29639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3EE3B705-960A-762F-C596-3FC0F3AFEADC}"/>
                </a:ext>
              </a:extLst>
            </p:cNvPr>
            <p:cNvCxnSpPr>
              <a:cxnSpLocks/>
            </p:cNvCxnSpPr>
            <p:nvPr/>
          </p:nvCxnSpPr>
          <p:spPr>
            <a:xfrm>
              <a:off x="3442315" y="2211281"/>
              <a:ext cx="0" cy="29639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8C7E1303-0AF7-D27B-23B3-F2C686BAFF25}"/>
                </a:ext>
              </a:extLst>
            </p:cNvPr>
            <p:cNvCxnSpPr>
              <a:cxnSpLocks/>
            </p:cNvCxnSpPr>
            <p:nvPr/>
          </p:nvCxnSpPr>
          <p:spPr>
            <a:xfrm>
              <a:off x="4531538" y="2211281"/>
              <a:ext cx="0" cy="29639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7DD79DDA-ADF7-85FF-F3D1-7DCD280B197F}"/>
                </a:ext>
              </a:extLst>
            </p:cNvPr>
            <p:cNvCxnSpPr>
              <a:cxnSpLocks/>
            </p:cNvCxnSpPr>
            <p:nvPr/>
          </p:nvCxnSpPr>
          <p:spPr>
            <a:xfrm>
              <a:off x="5637389" y="2211281"/>
              <a:ext cx="0" cy="29639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08A4B751-8418-6E16-AB0C-9F0636D607E0}"/>
                </a:ext>
              </a:extLst>
            </p:cNvPr>
            <p:cNvCxnSpPr>
              <a:cxnSpLocks/>
            </p:cNvCxnSpPr>
            <p:nvPr/>
          </p:nvCxnSpPr>
          <p:spPr>
            <a:xfrm>
              <a:off x="6749909" y="2211281"/>
              <a:ext cx="0" cy="29639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3A903425-41AE-4666-98E5-4921472782BF}"/>
                </a:ext>
              </a:extLst>
            </p:cNvPr>
            <p:cNvCxnSpPr/>
            <p:nvPr/>
          </p:nvCxnSpPr>
          <p:spPr>
            <a:xfrm>
              <a:off x="2400898" y="2505925"/>
              <a:ext cx="435153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5" name="对象 94">
              <a:extLst>
                <a:ext uri="{FF2B5EF4-FFF2-40B4-BE49-F238E27FC236}">
                  <a16:creationId xmlns:a16="http://schemas.microsoft.com/office/drawing/2014/main" id="{7E7500A6-8A82-E279-FEC4-4AF8AE22BF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7885176"/>
                </p:ext>
              </p:extLst>
            </p:nvPr>
          </p:nvGraphicFramePr>
          <p:xfrm>
            <a:off x="2429293" y="2277008"/>
            <a:ext cx="152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228600" progId="Equation.DSMT4">
                    <p:embed/>
                  </p:oleObj>
                </mc:Choice>
                <mc:Fallback>
                  <p:oleObj name="Equation" r:id="rId4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429293" y="2277008"/>
                          <a:ext cx="152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对象 95">
              <a:extLst>
                <a:ext uri="{FF2B5EF4-FFF2-40B4-BE49-F238E27FC236}">
                  <a16:creationId xmlns:a16="http://schemas.microsoft.com/office/drawing/2014/main" id="{C3BA13FB-B092-A0D4-0461-8A50000941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079872"/>
                </p:ext>
              </p:extLst>
            </p:nvPr>
          </p:nvGraphicFramePr>
          <p:xfrm>
            <a:off x="3480219" y="2302409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4880" imgH="228600" progId="Equation.DSMT4">
                    <p:embed/>
                  </p:oleObj>
                </mc:Choice>
                <mc:Fallback>
                  <p:oleObj name="Equation" r:id="rId6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80219" y="2302409"/>
                          <a:ext cx="165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对象 96">
              <a:extLst>
                <a:ext uri="{FF2B5EF4-FFF2-40B4-BE49-F238E27FC236}">
                  <a16:creationId xmlns:a16="http://schemas.microsoft.com/office/drawing/2014/main" id="{2D253719-7F04-F8E0-172F-8EE0886416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8049553"/>
                </p:ext>
              </p:extLst>
            </p:nvPr>
          </p:nvGraphicFramePr>
          <p:xfrm>
            <a:off x="5658269" y="2299231"/>
            <a:ext cx="203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3040" imgH="228600" progId="Equation.DSMT4">
                    <p:embed/>
                  </p:oleObj>
                </mc:Choice>
                <mc:Fallback>
                  <p:oleObj name="Equation" r:id="rId8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658269" y="2299231"/>
                          <a:ext cx="2032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对象 97">
              <a:extLst>
                <a:ext uri="{FF2B5EF4-FFF2-40B4-BE49-F238E27FC236}">
                  <a16:creationId xmlns:a16="http://schemas.microsoft.com/office/drawing/2014/main" id="{56B663EC-AFFC-5864-7C98-C778D531C9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9765240"/>
                </p:ext>
              </p:extLst>
            </p:nvPr>
          </p:nvGraphicFramePr>
          <p:xfrm>
            <a:off x="6775869" y="2299232"/>
            <a:ext cx="2032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03040" imgH="228600" progId="Equation.DSMT4">
                    <p:embed/>
                  </p:oleObj>
                </mc:Choice>
                <mc:Fallback>
                  <p:oleObj name="Equation" r:id="rId10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775869" y="2299232"/>
                          <a:ext cx="2032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对象 98">
              <a:extLst>
                <a:ext uri="{FF2B5EF4-FFF2-40B4-BE49-F238E27FC236}">
                  <a16:creationId xmlns:a16="http://schemas.microsoft.com/office/drawing/2014/main" id="{F4D866CC-291A-709F-5877-65B1C23F0C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8523613"/>
                </p:ext>
              </p:extLst>
            </p:nvPr>
          </p:nvGraphicFramePr>
          <p:xfrm>
            <a:off x="4554963" y="2299232"/>
            <a:ext cx="3048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4560" imgH="228600" progId="Equation.DSMT4">
                    <p:embed/>
                  </p:oleObj>
                </mc:Choice>
                <mc:Fallback>
                  <p:oleObj name="Equation" r:id="rId12" imgW="304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554963" y="2299232"/>
                          <a:ext cx="3048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" name="对象 99">
              <a:extLst>
                <a:ext uri="{FF2B5EF4-FFF2-40B4-BE49-F238E27FC236}">
                  <a16:creationId xmlns:a16="http://schemas.microsoft.com/office/drawing/2014/main" id="{D6179D0C-15D1-8C62-B5A2-4F16119DA5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8419709"/>
                </p:ext>
              </p:extLst>
            </p:nvPr>
          </p:nvGraphicFramePr>
          <p:xfrm>
            <a:off x="7218557" y="1865320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228600" progId="Equation.DSMT4">
                    <p:embed/>
                  </p:oleObj>
                </mc:Choice>
                <mc:Fallback>
                  <p:oleObj name="Equation" r:id="rId14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218557" y="1865320"/>
                          <a:ext cx="165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93FDE306-79D0-9743-73EE-0B671D31F585}"/>
                </a:ext>
              </a:extLst>
            </p:cNvPr>
            <p:cNvGrpSpPr/>
            <p:nvPr/>
          </p:nvGrpSpPr>
          <p:grpSpPr>
            <a:xfrm>
              <a:off x="1970858" y="1925403"/>
              <a:ext cx="854365" cy="277000"/>
              <a:chOff x="5306290" y="2059754"/>
              <a:chExt cx="854365" cy="277000"/>
            </a:xfrm>
          </p:grpSpPr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507ADEC-D09C-572A-334D-3D133321ED52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D98F01F9-128E-6413-E6CD-DF216417FF2A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GRU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单元</a:t>
                </a:r>
              </a:p>
            </p:txBody>
          </p:sp>
        </p:grp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21F4BCFA-123A-68CA-6418-EC1E0720085C}"/>
                </a:ext>
              </a:extLst>
            </p:cNvPr>
            <p:cNvGrpSpPr/>
            <p:nvPr/>
          </p:nvGrpSpPr>
          <p:grpSpPr>
            <a:xfrm>
              <a:off x="3056131" y="1925403"/>
              <a:ext cx="854365" cy="277000"/>
              <a:chOff x="5306290" y="2059754"/>
              <a:chExt cx="854365" cy="277000"/>
            </a:xfrm>
          </p:grpSpPr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DC51BB2E-2A7C-B5C2-05EA-488A120FCBB8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4D7F4DC2-D67C-76D7-114E-2189742F3644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GRU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单元</a:t>
                </a:r>
              </a:p>
            </p:txBody>
          </p:sp>
        </p:grpSp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15BCE792-19E6-F52C-C7EE-21F94E78DD4F}"/>
                </a:ext>
              </a:extLst>
            </p:cNvPr>
            <p:cNvGrpSpPr/>
            <p:nvPr/>
          </p:nvGrpSpPr>
          <p:grpSpPr>
            <a:xfrm>
              <a:off x="5246304" y="1925402"/>
              <a:ext cx="854365" cy="277000"/>
              <a:chOff x="5306290" y="2059754"/>
              <a:chExt cx="854365" cy="277000"/>
            </a:xfrm>
          </p:grpSpPr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80C4F0E6-FE32-DECB-B7E3-635B4EED05CB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BC09C64F-F566-B3F7-E975-B87F03F76B33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GRU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单元</a:t>
                </a:r>
              </a:p>
            </p:txBody>
          </p:sp>
        </p:grp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DE786EE4-6C44-E1D4-E7BA-7DCDC22E7A71}"/>
                </a:ext>
              </a:extLst>
            </p:cNvPr>
            <p:cNvGrpSpPr/>
            <p:nvPr/>
          </p:nvGrpSpPr>
          <p:grpSpPr>
            <a:xfrm>
              <a:off x="6331577" y="1925402"/>
              <a:ext cx="854365" cy="277000"/>
              <a:chOff x="5306290" y="2059754"/>
              <a:chExt cx="854365" cy="277000"/>
            </a:xfrm>
          </p:grpSpPr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225C37EC-7D0A-5C60-DA83-75952B609FA1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CC104037-E537-0435-ED55-DF73746A2BF6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GRU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单元</a:t>
                </a:r>
              </a:p>
            </p:txBody>
          </p:sp>
        </p:grp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A730485C-0BE6-729B-C37C-C96DB14DA65B}"/>
                </a:ext>
              </a:extLst>
            </p:cNvPr>
            <p:cNvCxnSpPr>
              <a:cxnSpLocks/>
            </p:cNvCxnSpPr>
            <p:nvPr/>
          </p:nvCxnSpPr>
          <p:spPr>
            <a:xfrm>
              <a:off x="7121287" y="2060725"/>
              <a:ext cx="300180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54C056A8-8493-0A91-69ED-E13A42082E54}"/>
                </a:ext>
              </a:extLst>
            </p:cNvPr>
            <p:cNvCxnSpPr>
              <a:cxnSpLocks/>
            </p:cNvCxnSpPr>
            <p:nvPr/>
          </p:nvCxnSpPr>
          <p:spPr>
            <a:xfrm>
              <a:off x="2760568" y="2068520"/>
              <a:ext cx="300180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5671E42A-890F-C901-B1E2-885693DB52B6}"/>
                </a:ext>
              </a:extLst>
            </p:cNvPr>
            <p:cNvCxnSpPr>
              <a:cxnSpLocks/>
            </p:cNvCxnSpPr>
            <p:nvPr/>
          </p:nvCxnSpPr>
          <p:spPr>
            <a:xfrm>
              <a:off x="6031397" y="2063903"/>
              <a:ext cx="300180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2506A093-E43E-4810-A2F2-6820419FC050}"/>
                </a:ext>
              </a:extLst>
            </p:cNvPr>
            <p:cNvCxnSpPr>
              <a:cxnSpLocks/>
            </p:cNvCxnSpPr>
            <p:nvPr/>
          </p:nvCxnSpPr>
          <p:spPr>
            <a:xfrm>
              <a:off x="3845841" y="2063903"/>
              <a:ext cx="300180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C06329A6-6C2F-A5B7-B055-70CA46E3A0AE}"/>
                </a:ext>
              </a:extLst>
            </p:cNvPr>
            <p:cNvGrpSpPr/>
            <p:nvPr/>
          </p:nvGrpSpPr>
          <p:grpSpPr>
            <a:xfrm>
              <a:off x="4149483" y="1925402"/>
              <a:ext cx="854365" cy="277000"/>
              <a:chOff x="5306290" y="2059754"/>
              <a:chExt cx="854365" cy="277000"/>
            </a:xfrm>
          </p:grpSpPr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23BABE1C-D5CB-D30A-48C1-9BF72E8C871A}"/>
                  </a:ext>
                </a:extLst>
              </p:cNvPr>
              <p:cNvSpPr/>
              <p:nvPr/>
            </p:nvSpPr>
            <p:spPr>
              <a:xfrm>
                <a:off x="5306290" y="2059755"/>
                <a:ext cx="789710" cy="27699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26E20A2B-55EC-682B-E53F-E1E935A5BCC1}"/>
                  </a:ext>
                </a:extLst>
              </p:cNvPr>
              <p:cNvSpPr txBox="1"/>
              <p:nvPr/>
            </p:nvSpPr>
            <p:spPr>
              <a:xfrm>
                <a:off x="5306290" y="2059754"/>
                <a:ext cx="8543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1623A975-0705-BE01-D666-3E3C36BD30A4}"/>
                </a:ext>
              </a:extLst>
            </p:cNvPr>
            <p:cNvSpPr/>
            <p:nvPr/>
          </p:nvSpPr>
          <p:spPr>
            <a:xfrm>
              <a:off x="4383281" y="2035640"/>
              <a:ext cx="64945" cy="5904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8E186361-BC4C-A588-0D6B-5EFF0F362920}"/>
                </a:ext>
              </a:extLst>
            </p:cNvPr>
            <p:cNvSpPr/>
            <p:nvPr/>
          </p:nvSpPr>
          <p:spPr>
            <a:xfrm>
              <a:off x="4518070" y="2035640"/>
              <a:ext cx="64945" cy="5904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182EC9F8-5C01-7597-A2C0-ECB7FF4BE33C}"/>
                </a:ext>
              </a:extLst>
            </p:cNvPr>
            <p:cNvSpPr/>
            <p:nvPr/>
          </p:nvSpPr>
          <p:spPr>
            <a:xfrm>
              <a:off x="4652859" y="2035640"/>
              <a:ext cx="64945" cy="5904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5C32659E-073D-F527-D984-AF9B6EBFFF90}"/>
                </a:ext>
              </a:extLst>
            </p:cNvPr>
            <p:cNvCxnSpPr>
              <a:cxnSpLocks/>
            </p:cNvCxnSpPr>
            <p:nvPr/>
          </p:nvCxnSpPr>
          <p:spPr>
            <a:xfrm>
              <a:off x="4939193" y="2060725"/>
              <a:ext cx="300180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61" name="对象 160">
              <a:extLst>
                <a:ext uri="{FF2B5EF4-FFF2-40B4-BE49-F238E27FC236}">
                  <a16:creationId xmlns:a16="http://schemas.microsoft.com/office/drawing/2014/main" id="{C3E6733D-8F78-8F0A-F2A8-850F58B065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1724235"/>
                </p:ext>
              </p:extLst>
            </p:nvPr>
          </p:nvGraphicFramePr>
          <p:xfrm>
            <a:off x="1735333" y="1295870"/>
            <a:ext cx="152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280" imgH="228600" progId="Equation.DSMT4">
                    <p:embed/>
                  </p:oleObj>
                </mc:Choice>
                <mc:Fallback>
                  <p:oleObj name="Equation" r:id="rId16" imgW="152280" imgH="228600" progId="Equation.DSMT4">
                    <p:embed/>
                    <p:pic>
                      <p:nvPicPr>
                        <p:cNvPr id="100" name="对象 99">
                          <a:extLst>
                            <a:ext uri="{FF2B5EF4-FFF2-40B4-BE49-F238E27FC236}">
                              <a16:creationId xmlns:a16="http://schemas.microsoft.com/office/drawing/2014/main" id="{D6179D0C-15D1-8C62-B5A2-4F16119DA5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735333" y="1295870"/>
                          <a:ext cx="152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F09AB312-4F98-BB12-FC9C-6D3AA2D1707E}"/>
                </a:ext>
              </a:extLst>
            </p:cNvPr>
            <p:cNvCxnSpPr>
              <a:cxnSpLocks/>
              <a:endCxn id="140" idx="0"/>
            </p:cNvCxnSpPr>
            <p:nvPr/>
          </p:nvCxnSpPr>
          <p:spPr>
            <a:xfrm>
              <a:off x="2395119" y="1622568"/>
              <a:ext cx="2922" cy="302835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68666196-B08B-C677-D77D-0895CE4F08F4}"/>
                </a:ext>
              </a:extLst>
            </p:cNvPr>
            <p:cNvCxnSpPr>
              <a:cxnSpLocks/>
            </p:cNvCxnSpPr>
            <p:nvPr/>
          </p:nvCxnSpPr>
          <p:spPr>
            <a:xfrm>
              <a:off x="3448064" y="1620168"/>
              <a:ext cx="2922" cy="302835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34A7E337-372C-32EA-7EA4-B4CD6D3BC22E}"/>
                </a:ext>
              </a:extLst>
            </p:cNvPr>
            <p:cNvCxnSpPr>
              <a:cxnSpLocks/>
            </p:cNvCxnSpPr>
            <p:nvPr/>
          </p:nvCxnSpPr>
          <p:spPr>
            <a:xfrm>
              <a:off x="4533337" y="1634079"/>
              <a:ext cx="2345" cy="299496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1DDF54AE-A4D8-F45E-1FBA-D11BFC44CB11}"/>
                </a:ext>
              </a:extLst>
            </p:cNvPr>
            <p:cNvCxnSpPr>
              <a:cxnSpLocks/>
            </p:cNvCxnSpPr>
            <p:nvPr/>
          </p:nvCxnSpPr>
          <p:spPr>
            <a:xfrm>
              <a:off x="5633174" y="1627378"/>
              <a:ext cx="2922" cy="302835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6F5C933F-5B0D-FD86-FE1F-36CF21AB1798}"/>
                </a:ext>
              </a:extLst>
            </p:cNvPr>
            <p:cNvCxnSpPr>
              <a:cxnSpLocks/>
            </p:cNvCxnSpPr>
            <p:nvPr/>
          </p:nvCxnSpPr>
          <p:spPr>
            <a:xfrm>
              <a:off x="6740702" y="1627378"/>
              <a:ext cx="2922" cy="302835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1D4C0A73-6DBD-4E9D-5ED4-15BB2F71F2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2291" y="2505608"/>
              <a:ext cx="265" cy="101067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2015F305-E797-BDF1-45B6-E323E6CAF51C}"/>
                </a:ext>
              </a:extLst>
            </p:cNvPr>
            <p:cNvSpPr/>
            <p:nvPr/>
          </p:nvSpPr>
          <p:spPr>
            <a:xfrm>
              <a:off x="4408332" y="708987"/>
              <a:ext cx="276999" cy="276999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" name="直接箭头连接符 1">
              <a:extLst>
                <a:ext uri="{FF2B5EF4-FFF2-40B4-BE49-F238E27FC236}">
                  <a16:creationId xmlns:a16="http://schemas.microsoft.com/office/drawing/2014/main" id="{59D2FC50-905E-7AC7-493D-9F79CC98BF06}"/>
                </a:ext>
              </a:extLst>
            </p:cNvPr>
            <p:cNvCxnSpPr>
              <a:cxnSpLocks/>
            </p:cNvCxnSpPr>
            <p:nvPr/>
          </p:nvCxnSpPr>
          <p:spPr>
            <a:xfrm>
              <a:off x="4541993" y="1047464"/>
              <a:ext cx="2345" cy="299496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D445ED3-13FA-8489-42D0-4CE25C4159B9}"/>
                </a:ext>
              </a:extLst>
            </p:cNvPr>
            <p:cNvSpPr txBox="1"/>
            <p:nvPr/>
          </p:nvSpPr>
          <p:spPr>
            <a:xfrm>
              <a:off x="4378692" y="708905"/>
              <a:ext cx="4467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||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0C87F5C1-0198-3A1D-E8CC-A84EA0663429}"/>
                </a:ext>
              </a:extLst>
            </p:cNvPr>
            <p:cNvCxnSpPr>
              <a:cxnSpLocks/>
            </p:cNvCxnSpPr>
            <p:nvPr/>
          </p:nvCxnSpPr>
          <p:spPr>
            <a:xfrm>
              <a:off x="4730422" y="843633"/>
              <a:ext cx="1996010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A90B7C9-12FF-5C36-44A7-5C325ABD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5119" y="843633"/>
              <a:ext cx="1925933" cy="6424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20FDC31-F179-E38F-6726-5FB2DE0391A6}"/>
                </a:ext>
              </a:extLst>
            </p:cNvPr>
            <p:cNvCxnSpPr>
              <a:cxnSpLocks/>
            </p:cNvCxnSpPr>
            <p:nvPr/>
          </p:nvCxnSpPr>
          <p:spPr>
            <a:xfrm>
              <a:off x="5631811" y="850057"/>
              <a:ext cx="0" cy="50923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7BA45C19-0D6C-8A8D-EA64-3C93051ADA3F}"/>
                </a:ext>
              </a:extLst>
            </p:cNvPr>
            <p:cNvCxnSpPr>
              <a:cxnSpLocks/>
            </p:cNvCxnSpPr>
            <p:nvPr/>
          </p:nvCxnSpPr>
          <p:spPr>
            <a:xfrm>
              <a:off x="6726432" y="843633"/>
              <a:ext cx="0" cy="50923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447E1CC-3324-EE4B-1249-3E49A8FC9126}"/>
                </a:ext>
              </a:extLst>
            </p:cNvPr>
            <p:cNvCxnSpPr>
              <a:cxnSpLocks/>
            </p:cNvCxnSpPr>
            <p:nvPr/>
          </p:nvCxnSpPr>
          <p:spPr>
            <a:xfrm>
              <a:off x="2408654" y="850057"/>
              <a:ext cx="0" cy="50923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43466B5-C912-695F-69ED-F8EA717AD141}"/>
                </a:ext>
              </a:extLst>
            </p:cNvPr>
            <p:cNvCxnSpPr>
              <a:cxnSpLocks/>
            </p:cNvCxnSpPr>
            <p:nvPr/>
          </p:nvCxnSpPr>
          <p:spPr>
            <a:xfrm>
              <a:off x="3442315" y="843633"/>
              <a:ext cx="0" cy="50923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F3FDD531-E540-1A28-3E63-2DB6ED775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392529"/>
              </p:ext>
            </p:extLst>
          </p:nvPr>
        </p:nvGraphicFramePr>
        <p:xfrm>
          <a:off x="6752432" y="7003330"/>
          <a:ext cx="211137" cy="345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9680" imgH="228600" progId="Equation.DSMT4">
                  <p:embed/>
                </p:oleObj>
              </mc:Choice>
              <mc:Fallback>
                <p:oleObj name="Equation" r:id="rId18" imgW="139680" imgH="22860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8C20F232-EC48-9A00-F2A8-CB11D6FDC4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752432" y="7003330"/>
                        <a:ext cx="211137" cy="345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1" name="图片 100">
            <a:extLst>
              <a:ext uri="{FF2B5EF4-FFF2-40B4-BE49-F238E27FC236}">
                <a16:creationId xmlns:a16="http://schemas.microsoft.com/office/drawing/2014/main" id="{5EA345B9-38E7-BABB-D7C2-37D0DCC66B1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524" y="196935"/>
            <a:ext cx="4594049" cy="2767612"/>
          </a:xfrm>
          <a:prstGeom prst="rect">
            <a:avLst/>
          </a:prstGeom>
        </p:spPr>
      </p:pic>
      <p:graphicFrame>
        <p:nvGraphicFramePr>
          <p:cNvPr id="104" name="对象 103">
            <a:extLst>
              <a:ext uri="{FF2B5EF4-FFF2-40B4-BE49-F238E27FC236}">
                <a16:creationId xmlns:a16="http://schemas.microsoft.com/office/drawing/2014/main" id="{8B17E11B-6A29-051D-8224-0B923332E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219194"/>
              </p:ext>
            </p:extLst>
          </p:nvPr>
        </p:nvGraphicFramePr>
        <p:xfrm>
          <a:off x="3701508" y="6301076"/>
          <a:ext cx="304800" cy="28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099" imgH="234728" progId="Equation.DSMT4">
                  <p:embed/>
                </p:oleObj>
              </mc:Choice>
              <mc:Fallback>
                <p:oleObj name="Equation" r:id="rId21" imgW="253099" imgH="23472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01508" y="6301076"/>
                        <a:ext cx="304800" cy="28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F8C76DFE-4946-A3AD-AE42-1E5168F43ECE}"/>
              </a:ext>
            </a:extLst>
          </p:cNvPr>
          <p:cNvCxnSpPr>
            <a:cxnSpLocks/>
          </p:cNvCxnSpPr>
          <p:nvPr/>
        </p:nvCxnSpPr>
        <p:spPr>
          <a:xfrm>
            <a:off x="3872958" y="2579078"/>
            <a:ext cx="1164" cy="31906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090EEC6-DDB8-BCBF-A73E-E62FE778124E}"/>
              </a:ext>
            </a:extLst>
          </p:cNvPr>
          <p:cNvSpPr/>
          <p:nvPr/>
        </p:nvSpPr>
        <p:spPr>
          <a:xfrm>
            <a:off x="2780490" y="2120199"/>
            <a:ext cx="2121365" cy="4281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5389F95-F68D-FDD3-CCE7-BB628ADF1958}"/>
              </a:ext>
            </a:extLst>
          </p:cNvPr>
          <p:cNvSpPr/>
          <p:nvPr/>
        </p:nvSpPr>
        <p:spPr>
          <a:xfrm>
            <a:off x="2781952" y="5271305"/>
            <a:ext cx="2046080" cy="4743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15B5B18-D83A-16FF-1446-E47957846004}"/>
              </a:ext>
            </a:extLst>
          </p:cNvPr>
          <p:cNvSpPr/>
          <p:nvPr/>
        </p:nvSpPr>
        <p:spPr>
          <a:xfrm>
            <a:off x="3739297" y="1581381"/>
            <a:ext cx="276999" cy="27699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4F4403D-67E3-31F2-3F04-BBAF33637222}"/>
              </a:ext>
            </a:extLst>
          </p:cNvPr>
          <p:cNvCxnSpPr>
            <a:cxnSpLocks/>
          </p:cNvCxnSpPr>
          <p:nvPr/>
        </p:nvCxnSpPr>
        <p:spPr>
          <a:xfrm flipV="1">
            <a:off x="3860915" y="6043638"/>
            <a:ext cx="523" cy="171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弧形 29">
            <a:extLst>
              <a:ext uri="{FF2B5EF4-FFF2-40B4-BE49-F238E27FC236}">
                <a16:creationId xmlns:a16="http://schemas.microsoft.com/office/drawing/2014/main" id="{A9B7F3E8-3F13-A463-F6BD-D4B6CD22E8D0}"/>
              </a:ext>
            </a:extLst>
          </p:cNvPr>
          <p:cNvSpPr/>
          <p:nvPr/>
        </p:nvSpPr>
        <p:spPr>
          <a:xfrm rot="16200000">
            <a:off x="3852920" y="5922935"/>
            <a:ext cx="250782" cy="234792"/>
          </a:xfrm>
          <a:prstGeom prst="arc">
            <a:avLst>
              <a:gd name="adj1" fmla="val 16115571"/>
              <a:gd name="adj2" fmla="val 2142855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B8DE5E-85FA-79ED-D736-391C13F91375}"/>
              </a:ext>
            </a:extLst>
          </p:cNvPr>
          <p:cNvCxnSpPr>
            <a:cxnSpLocks/>
          </p:cNvCxnSpPr>
          <p:nvPr/>
        </p:nvCxnSpPr>
        <p:spPr>
          <a:xfrm flipV="1">
            <a:off x="3861448" y="5745696"/>
            <a:ext cx="0" cy="55538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B30D8D2-1871-5E49-0DA9-649A3866A5BA}"/>
              </a:ext>
            </a:extLst>
          </p:cNvPr>
          <p:cNvCxnSpPr>
            <a:cxnSpLocks/>
          </p:cNvCxnSpPr>
          <p:nvPr/>
        </p:nvCxnSpPr>
        <p:spPr>
          <a:xfrm flipH="1" flipV="1">
            <a:off x="3963579" y="5912939"/>
            <a:ext cx="3345271" cy="84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弧形 35">
            <a:extLst>
              <a:ext uri="{FF2B5EF4-FFF2-40B4-BE49-F238E27FC236}">
                <a16:creationId xmlns:a16="http://schemas.microsoft.com/office/drawing/2014/main" id="{754149BC-5774-66B7-41CC-8C57FF69FB58}"/>
              </a:ext>
            </a:extLst>
          </p:cNvPr>
          <p:cNvSpPr/>
          <p:nvPr/>
        </p:nvSpPr>
        <p:spPr>
          <a:xfrm rot="5400000">
            <a:off x="7153788" y="5679772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1BC824A-3488-B50C-5A31-DAA24B32548C}"/>
              </a:ext>
            </a:extLst>
          </p:cNvPr>
          <p:cNvSpPr/>
          <p:nvPr/>
        </p:nvSpPr>
        <p:spPr>
          <a:xfrm>
            <a:off x="7068115" y="3286924"/>
            <a:ext cx="633093" cy="12517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59E9679-4B38-3F40-07C6-F887D689A58C}"/>
              </a:ext>
            </a:extLst>
          </p:cNvPr>
          <p:cNvCxnSpPr>
            <a:cxnSpLocks/>
          </p:cNvCxnSpPr>
          <p:nvPr/>
        </p:nvCxnSpPr>
        <p:spPr>
          <a:xfrm flipH="1" flipV="1">
            <a:off x="7384661" y="4538691"/>
            <a:ext cx="13089" cy="1268384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006926BB-98BF-20E6-6167-8A791E2C35D8}"/>
              </a:ext>
            </a:extLst>
          </p:cNvPr>
          <p:cNvCxnSpPr>
            <a:cxnSpLocks/>
          </p:cNvCxnSpPr>
          <p:nvPr/>
        </p:nvCxnSpPr>
        <p:spPr>
          <a:xfrm flipH="1" flipV="1">
            <a:off x="7397496" y="1805559"/>
            <a:ext cx="6798" cy="1481364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ECB2651-13E2-C14C-11E4-08DD9C252ED6}"/>
              </a:ext>
            </a:extLst>
          </p:cNvPr>
          <p:cNvCxnSpPr>
            <a:cxnSpLocks/>
          </p:cNvCxnSpPr>
          <p:nvPr/>
        </p:nvCxnSpPr>
        <p:spPr>
          <a:xfrm flipH="1">
            <a:off x="4038600" y="1724025"/>
            <a:ext cx="3233738" cy="9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弧形 48">
            <a:extLst>
              <a:ext uri="{FF2B5EF4-FFF2-40B4-BE49-F238E27FC236}">
                <a16:creationId xmlns:a16="http://schemas.microsoft.com/office/drawing/2014/main" id="{BDDAF304-65BA-D855-14F1-8769057C92D4}"/>
              </a:ext>
            </a:extLst>
          </p:cNvPr>
          <p:cNvSpPr/>
          <p:nvPr/>
        </p:nvSpPr>
        <p:spPr>
          <a:xfrm>
            <a:off x="7152547" y="1723089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28C60991-FA1A-078B-FCE7-DBEC871FFF46}"/>
              </a:ext>
            </a:extLst>
          </p:cNvPr>
          <p:cNvSpPr/>
          <p:nvPr/>
        </p:nvSpPr>
        <p:spPr>
          <a:xfrm>
            <a:off x="2820824" y="833834"/>
            <a:ext cx="2121365" cy="4281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3A6D11F-659F-3B74-7151-18D966A40E55}"/>
              </a:ext>
            </a:extLst>
          </p:cNvPr>
          <p:cNvCxnSpPr>
            <a:cxnSpLocks/>
          </p:cNvCxnSpPr>
          <p:nvPr/>
        </p:nvCxnSpPr>
        <p:spPr>
          <a:xfrm flipH="1">
            <a:off x="3868126" y="1283439"/>
            <a:ext cx="4832" cy="25112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2CBCAB1-0E5D-B136-544C-7285C444EDA2}"/>
              </a:ext>
            </a:extLst>
          </p:cNvPr>
          <p:cNvCxnSpPr>
            <a:cxnSpLocks/>
          </p:cNvCxnSpPr>
          <p:nvPr/>
        </p:nvCxnSpPr>
        <p:spPr>
          <a:xfrm>
            <a:off x="3876675" y="419100"/>
            <a:ext cx="976" cy="38295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F6A1D9DB-044D-2408-7932-007C47B7E3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337087"/>
              </p:ext>
            </p:extLst>
          </p:nvPr>
        </p:nvGraphicFramePr>
        <p:xfrm>
          <a:off x="3779191" y="72540"/>
          <a:ext cx="234792" cy="341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9680" imgH="203040" progId="Equation.DSMT4">
                  <p:embed/>
                </p:oleObj>
              </mc:Choice>
              <mc:Fallback>
                <p:oleObj name="Equation" r:id="rId23" imgW="139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779191" y="72540"/>
                        <a:ext cx="234792" cy="341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EEBA396-5027-6E5A-89C2-3C8FE5FA5CFC}"/>
              </a:ext>
            </a:extLst>
          </p:cNvPr>
          <p:cNvCxnSpPr>
            <a:cxnSpLocks/>
          </p:cNvCxnSpPr>
          <p:nvPr/>
        </p:nvCxnSpPr>
        <p:spPr>
          <a:xfrm>
            <a:off x="3872958" y="1893039"/>
            <a:ext cx="3717" cy="17388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1E7A4191-6A0F-729A-C47A-561F5509E79C}"/>
              </a:ext>
            </a:extLst>
          </p:cNvPr>
          <p:cNvSpPr txBox="1"/>
          <p:nvPr/>
        </p:nvSpPr>
        <p:spPr>
          <a:xfrm>
            <a:off x="3227853" y="5339610"/>
            <a:ext cx="1337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位置编码模块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6450C3C-6628-5140-0725-2B63F2EBD5BF}"/>
              </a:ext>
            </a:extLst>
          </p:cNvPr>
          <p:cNvSpPr txBox="1"/>
          <p:nvPr/>
        </p:nvSpPr>
        <p:spPr>
          <a:xfrm>
            <a:off x="3163830" y="2177787"/>
            <a:ext cx="1487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时间注意力模块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46B4402-B4E0-AE6F-BEEB-9202B803EA0F}"/>
              </a:ext>
            </a:extLst>
          </p:cNvPr>
          <p:cNvSpPr txBox="1"/>
          <p:nvPr/>
        </p:nvSpPr>
        <p:spPr>
          <a:xfrm>
            <a:off x="3601424" y="901014"/>
            <a:ext cx="1337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MLP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7B5FFC8-EA01-B2FA-4E13-9A4D5D5264CA}"/>
              </a:ext>
            </a:extLst>
          </p:cNvPr>
          <p:cNvSpPr txBox="1"/>
          <p:nvPr/>
        </p:nvSpPr>
        <p:spPr>
          <a:xfrm>
            <a:off x="7130007" y="3627670"/>
            <a:ext cx="60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TCN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</a:p>
        </p:txBody>
      </p:sp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5504FA50-458C-CAB4-28B8-678FD6B34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388362"/>
              </p:ext>
            </p:extLst>
          </p:nvPr>
        </p:nvGraphicFramePr>
        <p:xfrm>
          <a:off x="3738805" y="1580741"/>
          <a:ext cx="299523" cy="299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9680" imgH="139680" progId="Equation.DSMT4">
                  <p:embed/>
                </p:oleObj>
              </mc:Choice>
              <mc:Fallback>
                <p:oleObj name="Equation" r:id="rId25" imgW="1396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38805" y="1580741"/>
                        <a:ext cx="299523" cy="299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6969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9088B1B-F18E-0EA3-4F24-243D252E0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261" y="1319416"/>
            <a:ext cx="4502085" cy="42191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0B4E009-98CF-4987-DE92-7888A8183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285" y="911310"/>
            <a:ext cx="3610005" cy="217479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EBE53CF-911C-39E6-9D88-EC1CAC53B8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260" y="3280603"/>
            <a:ext cx="2593128" cy="2933403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630B9FA3-6A1A-3FA4-E954-0C0933331DC8}"/>
              </a:ext>
            </a:extLst>
          </p:cNvPr>
          <p:cNvSpPr/>
          <p:nvPr/>
        </p:nvSpPr>
        <p:spPr>
          <a:xfrm>
            <a:off x="9096375" y="4423454"/>
            <a:ext cx="809625" cy="323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803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14F5B74-CD87-E01D-16AE-7F7769CAE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788" y="3181434"/>
            <a:ext cx="4190476" cy="32952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75AECA0-EE83-92F5-D3E8-6CDADBA6B7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375" y="217724"/>
            <a:ext cx="3976433" cy="2923848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267AAE6-DB2B-0676-1CAB-28D560D517C4}"/>
              </a:ext>
            </a:extLst>
          </p:cNvPr>
          <p:cNvSpPr/>
          <p:nvPr/>
        </p:nvSpPr>
        <p:spPr>
          <a:xfrm>
            <a:off x="1998888" y="3000253"/>
            <a:ext cx="3581193" cy="1733550"/>
          </a:xfrm>
          <a:prstGeom prst="roundRect">
            <a:avLst/>
          </a:prstGeom>
          <a:solidFill>
            <a:srgbClr val="DEF1D3"/>
          </a:solidFill>
          <a:ln>
            <a:solidFill>
              <a:srgbClr val="B5E1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3830967-4C8C-455D-F331-2FA75612B280}"/>
              </a:ext>
            </a:extLst>
          </p:cNvPr>
          <p:cNvGrpSpPr/>
          <p:nvPr/>
        </p:nvGrpSpPr>
        <p:grpSpPr>
          <a:xfrm>
            <a:off x="2352675" y="4111419"/>
            <a:ext cx="971550" cy="307777"/>
            <a:chOff x="1695450" y="4724194"/>
            <a:chExt cx="971550" cy="30777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A0B1A65-0E63-65E6-FE8D-67B24CDEA311}"/>
                </a:ext>
              </a:extLst>
            </p:cNvPr>
            <p:cNvSpPr/>
            <p:nvPr/>
          </p:nvSpPr>
          <p:spPr>
            <a:xfrm>
              <a:off x="1714500" y="4762294"/>
              <a:ext cx="666750" cy="2667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FB59DD2-E627-9B05-7270-6C2BDADA7644}"/>
                </a:ext>
              </a:extLst>
            </p:cNvPr>
            <p:cNvSpPr txBox="1"/>
            <p:nvPr/>
          </p:nvSpPr>
          <p:spPr>
            <a:xfrm>
              <a:off x="1695450" y="4724194"/>
              <a:ext cx="971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更新门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CD202C0-6B37-A160-5852-F38270D8E14D}"/>
              </a:ext>
            </a:extLst>
          </p:cNvPr>
          <p:cNvGrpSpPr/>
          <p:nvPr/>
        </p:nvGrpSpPr>
        <p:grpSpPr>
          <a:xfrm>
            <a:off x="3121180" y="4109930"/>
            <a:ext cx="1088869" cy="307777"/>
            <a:chOff x="1714500" y="4724194"/>
            <a:chExt cx="987036" cy="30777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B57EB08-0EE3-CDA8-E052-D56E170863FD}"/>
                </a:ext>
              </a:extLst>
            </p:cNvPr>
            <p:cNvSpPr/>
            <p:nvPr/>
          </p:nvSpPr>
          <p:spPr>
            <a:xfrm>
              <a:off x="1714500" y="4762294"/>
              <a:ext cx="666750" cy="2667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9188DA1-5A6A-88E6-1749-13C8C533B773}"/>
                </a:ext>
              </a:extLst>
            </p:cNvPr>
            <p:cNvSpPr txBox="1"/>
            <p:nvPr/>
          </p:nvSpPr>
          <p:spPr>
            <a:xfrm>
              <a:off x="1729986" y="4724194"/>
              <a:ext cx="971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rPr>
                <a:t>更新门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546D24-6F94-6641-40A4-BD38081CD1E7}"/>
              </a:ext>
            </a:extLst>
          </p:cNvPr>
          <p:cNvGrpSpPr/>
          <p:nvPr/>
        </p:nvGrpSpPr>
        <p:grpSpPr>
          <a:xfrm>
            <a:off x="3946982" y="4137016"/>
            <a:ext cx="645036" cy="307777"/>
            <a:chOff x="1714500" y="4754257"/>
            <a:chExt cx="707869" cy="30777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1BFF623-361E-300F-62F4-2BEFA6351F40}"/>
                </a:ext>
              </a:extLst>
            </p:cNvPr>
            <p:cNvSpPr/>
            <p:nvPr/>
          </p:nvSpPr>
          <p:spPr>
            <a:xfrm>
              <a:off x="1714500" y="4762294"/>
              <a:ext cx="666750" cy="2667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6BA811A-CD19-7598-D05C-4095BFD80F33}"/>
                </a:ext>
              </a:extLst>
            </p:cNvPr>
            <p:cNvSpPr txBox="1"/>
            <p:nvPr/>
          </p:nvSpPr>
          <p:spPr>
            <a:xfrm>
              <a:off x="1755620" y="4754257"/>
              <a:ext cx="666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Tanh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727066B-2AEB-76BD-0BAB-353D81829BFA}"/>
              </a:ext>
            </a:extLst>
          </p:cNvPr>
          <p:cNvGrpSpPr/>
          <p:nvPr/>
        </p:nvGrpSpPr>
        <p:grpSpPr>
          <a:xfrm>
            <a:off x="4634482" y="3634803"/>
            <a:ext cx="842018" cy="323858"/>
            <a:chOff x="1714500" y="4754257"/>
            <a:chExt cx="1017401" cy="27473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E6289FC-E559-4B0D-75DE-204EAFB8190F}"/>
                </a:ext>
              </a:extLst>
            </p:cNvPr>
            <p:cNvSpPr/>
            <p:nvPr/>
          </p:nvSpPr>
          <p:spPr>
            <a:xfrm>
              <a:off x="1714500" y="4762294"/>
              <a:ext cx="666750" cy="2667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2E16BC3-6E69-1117-010B-40C0E5E5489D}"/>
                </a:ext>
              </a:extLst>
            </p:cNvPr>
            <p:cNvSpPr txBox="1"/>
            <p:nvPr/>
          </p:nvSpPr>
          <p:spPr>
            <a:xfrm>
              <a:off x="1760351" y="4754257"/>
              <a:ext cx="971550" cy="168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skip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586A934-1AC1-3D57-C49B-60C014BD5301}"/>
              </a:ext>
            </a:extLst>
          </p:cNvPr>
          <p:cNvGrpSpPr/>
          <p:nvPr/>
        </p:nvGrpSpPr>
        <p:grpSpPr>
          <a:xfrm>
            <a:off x="2083468" y="4836305"/>
            <a:ext cx="287428" cy="287428"/>
            <a:chOff x="1998888" y="5236829"/>
            <a:chExt cx="287428" cy="287428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175730B-FB59-DD2B-AC20-EAFD496693B3}"/>
                </a:ext>
              </a:extLst>
            </p:cNvPr>
            <p:cNvSpPr/>
            <p:nvPr/>
          </p:nvSpPr>
          <p:spPr>
            <a:xfrm>
              <a:off x="1998888" y="5236829"/>
              <a:ext cx="287428" cy="287428"/>
            </a:xfrm>
            <a:prstGeom prst="ellipse">
              <a:avLst/>
            </a:prstGeom>
            <a:solidFill>
              <a:srgbClr val="489CD0"/>
            </a:solidFill>
            <a:ln>
              <a:solidFill>
                <a:srgbClr val="598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A14F92F-9FA8-98F3-855D-92DBD75F55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6151634"/>
                </p:ext>
              </p:extLst>
            </p:nvPr>
          </p:nvGraphicFramePr>
          <p:xfrm>
            <a:off x="2066402" y="5267082"/>
            <a:ext cx="152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DSMT4">
                    <p:embed/>
                  </p:oleObj>
                </mc:Choice>
                <mc:Fallback>
                  <p:oleObj name="Equation" r:id="rId5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66402" y="5267082"/>
                          <a:ext cx="152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C6BBF4D-6434-19F9-B3DF-69D9B6960484}"/>
              </a:ext>
            </a:extLst>
          </p:cNvPr>
          <p:cNvGrpSpPr/>
          <p:nvPr/>
        </p:nvGrpSpPr>
        <p:grpSpPr>
          <a:xfrm>
            <a:off x="1572600" y="3141572"/>
            <a:ext cx="287428" cy="287428"/>
            <a:chOff x="1525452" y="3132222"/>
            <a:chExt cx="287428" cy="287428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3649EB0-B353-BD36-6AFB-3D78C8BAB898}"/>
                </a:ext>
              </a:extLst>
            </p:cNvPr>
            <p:cNvSpPr/>
            <p:nvPr/>
          </p:nvSpPr>
          <p:spPr>
            <a:xfrm>
              <a:off x="1525452" y="3132222"/>
              <a:ext cx="287428" cy="287428"/>
            </a:xfrm>
            <a:prstGeom prst="ellipse">
              <a:avLst/>
            </a:prstGeom>
            <a:solidFill>
              <a:srgbClr val="489CD0"/>
            </a:solidFill>
            <a:ln>
              <a:solidFill>
                <a:srgbClr val="598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ACA22F9D-D0F5-E4D5-EF95-A2252C057B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0828133"/>
                </p:ext>
              </p:extLst>
            </p:nvPr>
          </p:nvGraphicFramePr>
          <p:xfrm>
            <a:off x="1554866" y="3161720"/>
            <a:ext cx="2286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28600" imgH="228600" progId="Equation.DSMT4">
                    <p:embed/>
                  </p:oleObj>
                </mc:Choice>
                <mc:Fallback>
                  <p:oleObj name="Equation" r:id="rId7" imgW="228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54866" y="3161720"/>
                          <a:ext cx="2286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B4C5698-C979-ED09-0549-AA221EA639D4}"/>
              </a:ext>
            </a:extLst>
          </p:cNvPr>
          <p:cNvCxnSpPr>
            <a:cxnSpLocks/>
          </p:cNvCxnSpPr>
          <p:nvPr/>
        </p:nvCxnSpPr>
        <p:spPr>
          <a:xfrm flipV="1">
            <a:off x="2218802" y="4657725"/>
            <a:ext cx="523" cy="171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26478D8-B6A5-9813-FC2A-64D9308173BD}"/>
              </a:ext>
            </a:extLst>
          </p:cNvPr>
          <p:cNvCxnSpPr>
            <a:cxnSpLocks/>
          </p:cNvCxnSpPr>
          <p:nvPr/>
        </p:nvCxnSpPr>
        <p:spPr>
          <a:xfrm flipV="1">
            <a:off x="2705100" y="3399670"/>
            <a:ext cx="7235" cy="74688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3E928DC-06ED-9886-26A9-39AAEAD699AA}"/>
              </a:ext>
            </a:extLst>
          </p:cNvPr>
          <p:cNvGrpSpPr/>
          <p:nvPr/>
        </p:nvGrpSpPr>
        <p:grpSpPr>
          <a:xfrm>
            <a:off x="2595392" y="3171070"/>
            <a:ext cx="234655" cy="240876"/>
            <a:chOff x="1998888" y="5236829"/>
            <a:chExt cx="287428" cy="295048"/>
          </a:xfrm>
          <a:solidFill>
            <a:srgbClr val="DB7943"/>
          </a:solidFill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CF9619E8-8B0E-DE35-F2B8-464884832F2A}"/>
                </a:ext>
              </a:extLst>
            </p:cNvPr>
            <p:cNvSpPr/>
            <p:nvPr/>
          </p:nvSpPr>
          <p:spPr>
            <a:xfrm>
              <a:off x="1998888" y="5236829"/>
              <a:ext cx="287428" cy="287428"/>
            </a:xfrm>
            <a:prstGeom prst="ellips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BA9B7A84-F3ED-8E4E-0513-076ED12CA0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6164236"/>
                </p:ext>
              </p:extLst>
            </p:nvPr>
          </p:nvGraphicFramePr>
          <p:xfrm>
            <a:off x="2051223" y="5286109"/>
            <a:ext cx="201083" cy="245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4120" imgH="139680" progId="Equation.DSMT4">
                    <p:embed/>
                  </p:oleObj>
                </mc:Choice>
                <mc:Fallback>
                  <p:oleObj name="Equation" r:id="rId9" imgW="114120" imgH="1396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0A14F92F-9FA8-98F3-855D-92DBD75F55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51223" y="5286109"/>
                          <a:ext cx="201083" cy="24576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弧形 37">
            <a:extLst>
              <a:ext uri="{FF2B5EF4-FFF2-40B4-BE49-F238E27FC236}">
                <a16:creationId xmlns:a16="http://schemas.microsoft.com/office/drawing/2014/main" id="{A76CAAB0-3BC3-B4CA-5EAF-C126D5CAECD3}"/>
              </a:ext>
            </a:extLst>
          </p:cNvPr>
          <p:cNvSpPr/>
          <p:nvPr/>
        </p:nvSpPr>
        <p:spPr>
          <a:xfrm rot="16200000">
            <a:off x="3501109" y="1930339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3D2DD599-6C5A-CB2A-2A3A-52D0E77217DC}"/>
              </a:ext>
            </a:extLst>
          </p:cNvPr>
          <p:cNvSpPr/>
          <p:nvPr/>
        </p:nvSpPr>
        <p:spPr>
          <a:xfrm rot="16200000">
            <a:off x="2211575" y="4657415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26F350A-A4C5-9198-D064-E47DC3991AFF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1866944" y="3285286"/>
            <a:ext cx="728448" cy="3112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弧形 41">
            <a:extLst>
              <a:ext uri="{FF2B5EF4-FFF2-40B4-BE49-F238E27FC236}">
                <a16:creationId xmlns:a16="http://schemas.microsoft.com/office/drawing/2014/main" id="{94A4697B-2A9D-E37C-CAE7-6173AF4AC8C1}"/>
              </a:ext>
            </a:extLst>
          </p:cNvPr>
          <p:cNvSpPr/>
          <p:nvPr/>
        </p:nvSpPr>
        <p:spPr>
          <a:xfrm>
            <a:off x="1968817" y="3285286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F6AF40B-7253-D4D4-FA01-95BAC532FEE1}"/>
              </a:ext>
            </a:extLst>
          </p:cNvPr>
          <p:cNvCxnSpPr>
            <a:cxnSpLocks/>
          </p:cNvCxnSpPr>
          <p:nvPr/>
        </p:nvCxnSpPr>
        <p:spPr>
          <a:xfrm flipH="1" flipV="1">
            <a:off x="2222500" y="3390900"/>
            <a:ext cx="3901" cy="1028391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77F1CE9-8ECC-5038-3AE8-3FB3DBE38605}"/>
              </a:ext>
            </a:extLst>
          </p:cNvPr>
          <p:cNvGrpSpPr/>
          <p:nvPr/>
        </p:nvGrpSpPr>
        <p:grpSpPr>
          <a:xfrm>
            <a:off x="4172914" y="3178327"/>
            <a:ext cx="234655" cy="234655"/>
            <a:chOff x="1998888" y="5236829"/>
            <a:chExt cx="287428" cy="287428"/>
          </a:xfrm>
          <a:solidFill>
            <a:srgbClr val="DB7943"/>
          </a:solidFill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D59FBAEF-2D6D-FE48-C63F-89D7ACD50DBA}"/>
                </a:ext>
              </a:extLst>
            </p:cNvPr>
            <p:cNvSpPr/>
            <p:nvPr/>
          </p:nvSpPr>
          <p:spPr>
            <a:xfrm>
              <a:off x="1998888" y="5236829"/>
              <a:ext cx="287428" cy="287428"/>
            </a:xfrm>
            <a:prstGeom prst="ellips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5140630A-4F3C-24B3-8660-B25726372D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1121882"/>
                </p:ext>
              </p:extLst>
            </p:nvPr>
          </p:nvGraphicFramePr>
          <p:xfrm>
            <a:off x="2040098" y="5257254"/>
            <a:ext cx="245010" cy="246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39680" progId="Equation.DSMT4">
                    <p:embed/>
                  </p:oleObj>
                </mc:Choice>
                <mc:Fallback>
                  <p:oleObj name="Equation" r:id="rId11" imgW="139680" imgH="13968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BA9B7A84-F3ED-8E4E-0513-076ED12CA0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40098" y="5257254"/>
                          <a:ext cx="245010" cy="2469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A57E617-3EC6-BBC9-8620-85337E614618}"/>
              </a:ext>
            </a:extLst>
          </p:cNvPr>
          <p:cNvCxnSpPr>
            <a:cxnSpLocks/>
          </p:cNvCxnSpPr>
          <p:nvPr/>
        </p:nvCxnSpPr>
        <p:spPr>
          <a:xfrm flipV="1">
            <a:off x="2836597" y="3298825"/>
            <a:ext cx="1322653" cy="323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C76CFDD-8F9F-2F3C-B53E-4FCE0FC40BC0}"/>
              </a:ext>
            </a:extLst>
          </p:cNvPr>
          <p:cNvGrpSpPr/>
          <p:nvPr/>
        </p:nvGrpSpPr>
        <p:grpSpPr>
          <a:xfrm>
            <a:off x="5778202" y="3167157"/>
            <a:ext cx="287428" cy="287428"/>
            <a:chOff x="1525452" y="3132222"/>
            <a:chExt cx="287428" cy="287428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60D29BC9-5115-AA4E-AF02-7443E3EA4A81}"/>
                </a:ext>
              </a:extLst>
            </p:cNvPr>
            <p:cNvSpPr/>
            <p:nvPr/>
          </p:nvSpPr>
          <p:spPr>
            <a:xfrm>
              <a:off x="1525452" y="3132222"/>
              <a:ext cx="287428" cy="287428"/>
            </a:xfrm>
            <a:prstGeom prst="ellipse">
              <a:avLst/>
            </a:prstGeom>
            <a:solidFill>
              <a:srgbClr val="489CD0"/>
            </a:solidFill>
            <a:ln>
              <a:solidFill>
                <a:srgbClr val="598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3" name="对象 52">
              <a:extLst>
                <a:ext uri="{FF2B5EF4-FFF2-40B4-BE49-F238E27FC236}">
                  <a16:creationId xmlns:a16="http://schemas.microsoft.com/office/drawing/2014/main" id="{8C2F09CD-6B1D-9C96-6D2D-78DD830B96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4755930"/>
                </p:ext>
              </p:extLst>
            </p:nvPr>
          </p:nvGraphicFramePr>
          <p:xfrm>
            <a:off x="1598775" y="3161433"/>
            <a:ext cx="1397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228600" progId="Equation.DSMT4">
                    <p:embed/>
                  </p:oleObj>
                </mc:Choice>
                <mc:Fallback>
                  <p:oleObj name="Equation" r:id="rId13" imgW="139680" imgH="2286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ACA22F9D-D0F5-E4D5-EF95-A2252C057B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98775" y="3161433"/>
                          <a:ext cx="1397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822253C-03AA-293A-5968-0E939FF36690}"/>
              </a:ext>
            </a:extLst>
          </p:cNvPr>
          <p:cNvGrpSpPr/>
          <p:nvPr/>
        </p:nvGrpSpPr>
        <p:grpSpPr>
          <a:xfrm>
            <a:off x="5263477" y="2393706"/>
            <a:ext cx="287428" cy="287428"/>
            <a:chOff x="1525452" y="3132222"/>
            <a:chExt cx="287428" cy="287428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4E29ED01-41EC-795F-65EE-AC2D3630A7C4}"/>
                </a:ext>
              </a:extLst>
            </p:cNvPr>
            <p:cNvSpPr/>
            <p:nvPr/>
          </p:nvSpPr>
          <p:spPr>
            <a:xfrm>
              <a:off x="1525452" y="3132222"/>
              <a:ext cx="287428" cy="287428"/>
            </a:xfrm>
            <a:prstGeom prst="ellipse">
              <a:avLst/>
            </a:prstGeom>
            <a:solidFill>
              <a:srgbClr val="489CD0"/>
            </a:solidFill>
            <a:ln>
              <a:solidFill>
                <a:srgbClr val="598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6" name="对象 55">
              <a:extLst>
                <a:ext uri="{FF2B5EF4-FFF2-40B4-BE49-F238E27FC236}">
                  <a16:creationId xmlns:a16="http://schemas.microsoft.com/office/drawing/2014/main" id="{14F3AEFA-9FC3-3C1C-185B-C9E53868E4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5969896"/>
                </p:ext>
              </p:extLst>
            </p:nvPr>
          </p:nvGraphicFramePr>
          <p:xfrm>
            <a:off x="1598775" y="3161433"/>
            <a:ext cx="1397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228600" progId="Equation.DSMT4">
                    <p:embed/>
                  </p:oleObj>
                </mc:Choice>
                <mc:Fallback>
                  <p:oleObj name="Equation" r:id="rId13" imgW="139680" imgH="228600" progId="Equation.DSMT4">
                    <p:embed/>
                    <p:pic>
                      <p:nvPicPr>
                        <p:cNvPr id="53" name="对象 52">
                          <a:extLst>
                            <a:ext uri="{FF2B5EF4-FFF2-40B4-BE49-F238E27FC236}">
                              <a16:creationId xmlns:a16="http://schemas.microsoft.com/office/drawing/2014/main" id="{8C2F09CD-6B1D-9C96-6D2D-78DD830B96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98775" y="3161433"/>
                          <a:ext cx="1397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2856113-7B19-E642-B905-76F8A0136F77}"/>
              </a:ext>
            </a:extLst>
          </p:cNvPr>
          <p:cNvGrpSpPr/>
          <p:nvPr/>
        </p:nvGrpSpPr>
        <p:grpSpPr>
          <a:xfrm>
            <a:off x="4793060" y="3194296"/>
            <a:ext cx="234655" cy="234655"/>
            <a:chOff x="1998888" y="5236829"/>
            <a:chExt cx="287428" cy="287428"/>
          </a:xfrm>
          <a:solidFill>
            <a:srgbClr val="DB7943"/>
          </a:solidFill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BBA8D96C-9E50-CD3B-857C-8E1777CB50ED}"/>
                </a:ext>
              </a:extLst>
            </p:cNvPr>
            <p:cNvSpPr/>
            <p:nvPr/>
          </p:nvSpPr>
          <p:spPr>
            <a:xfrm>
              <a:off x="1998888" y="5236829"/>
              <a:ext cx="287428" cy="287428"/>
            </a:xfrm>
            <a:prstGeom prst="ellips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9" name="对象 58">
              <a:extLst>
                <a:ext uri="{FF2B5EF4-FFF2-40B4-BE49-F238E27FC236}">
                  <a16:creationId xmlns:a16="http://schemas.microsoft.com/office/drawing/2014/main" id="{8C91E753-9227-D4D8-1507-F4CFD70048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9028217"/>
                </p:ext>
              </p:extLst>
            </p:nvPr>
          </p:nvGraphicFramePr>
          <p:xfrm>
            <a:off x="2040098" y="5257254"/>
            <a:ext cx="245010" cy="246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39680" progId="Equation.DSMT4">
                    <p:embed/>
                  </p:oleObj>
                </mc:Choice>
                <mc:Fallback>
                  <p:oleObj name="Equation" r:id="rId11" imgW="139680" imgH="13968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5140630A-4F3C-24B3-8660-B25726372D3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40098" y="5257254"/>
                          <a:ext cx="245010" cy="2469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DD7DA79E-733A-8258-C459-E4B630014AA1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4411803" y="3310871"/>
            <a:ext cx="381257" cy="753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ABD7F69-ED60-EC80-36E3-F174D04991DC}"/>
              </a:ext>
            </a:extLst>
          </p:cNvPr>
          <p:cNvCxnSpPr>
            <a:cxnSpLocks/>
            <a:endCxn id="58" idx="4"/>
          </p:cNvCxnSpPr>
          <p:nvPr/>
        </p:nvCxnSpPr>
        <p:spPr>
          <a:xfrm flipV="1">
            <a:off x="4907167" y="3428951"/>
            <a:ext cx="3221" cy="20946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7D037E17-DC15-FB79-AE39-294CD258F0CC}"/>
              </a:ext>
            </a:extLst>
          </p:cNvPr>
          <p:cNvCxnSpPr>
            <a:cxnSpLocks/>
            <a:stCxn id="58" idx="6"/>
            <a:endCxn id="52" idx="2"/>
          </p:cNvCxnSpPr>
          <p:nvPr/>
        </p:nvCxnSpPr>
        <p:spPr>
          <a:xfrm flipV="1">
            <a:off x="5027715" y="3310871"/>
            <a:ext cx="750487" cy="753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弧形 67">
            <a:extLst>
              <a:ext uri="{FF2B5EF4-FFF2-40B4-BE49-F238E27FC236}">
                <a16:creationId xmlns:a16="http://schemas.microsoft.com/office/drawing/2014/main" id="{FF550036-8D00-124D-6175-4CAB0956758D}"/>
              </a:ext>
            </a:extLst>
          </p:cNvPr>
          <p:cNvSpPr/>
          <p:nvPr/>
        </p:nvSpPr>
        <p:spPr>
          <a:xfrm rot="5400000">
            <a:off x="5175405" y="3068103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0ACFD4D-57EE-6B30-C0D1-B4351918F04F}"/>
              </a:ext>
            </a:extLst>
          </p:cNvPr>
          <p:cNvCxnSpPr>
            <a:cxnSpLocks/>
          </p:cNvCxnSpPr>
          <p:nvPr/>
        </p:nvCxnSpPr>
        <p:spPr>
          <a:xfrm flipH="1" flipV="1">
            <a:off x="5413375" y="2708275"/>
            <a:ext cx="1549" cy="476838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弧形 72">
            <a:extLst>
              <a:ext uri="{FF2B5EF4-FFF2-40B4-BE49-F238E27FC236}">
                <a16:creationId xmlns:a16="http://schemas.microsoft.com/office/drawing/2014/main" id="{B45790CF-56B4-56CA-7FA3-2D4E91EF490C}"/>
              </a:ext>
            </a:extLst>
          </p:cNvPr>
          <p:cNvSpPr/>
          <p:nvPr/>
        </p:nvSpPr>
        <p:spPr>
          <a:xfrm rot="16200000">
            <a:off x="2210807" y="4537022"/>
            <a:ext cx="250782" cy="234792"/>
          </a:xfrm>
          <a:prstGeom prst="arc">
            <a:avLst>
              <a:gd name="adj1" fmla="val 16115571"/>
              <a:gd name="adj2" fmla="val 2142855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弧形 74">
            <a:extLst>
              <a:ext uri="{FF2B5EF4-FFF2-40B4-BE49-F238E27FC236}">
                <a16:creationId xmlns:a16="http://schemas.microsoft.com/office/drawing/2014/main" id="{E6FDDBCB-C921-1D13-B9B0-D0090A5BDD1E}"/>
              </a:ext>
            </a:extLst>
          </p:cNvPr>
          <p:cNvSpPr/>
          <p:nvPr/>
        </p:nvSpPr>
        <p:spPr>
          <a:xfrm rot="10800000">
            <a:off x="2229119" y="4292616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33A4267B-3479-8CA8-01BC-27704F7A5270}"/>
              </a:ext>
            </a:extLst>
          </p:cNvPr>
          <p:cNvCxnSpPr>
            <a:cxnSpLocks/>
          </p:cNvCxnSpPr>
          <p:nvPr/>
        </p:nvCxnSpPr>
        <p:spPr>
          <a:xfrm flipH="1" flipV="1">
            <a:off x="2314948" y="4529027"/>
            <a:ext cx="1108318" cy="861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弧形 79">
            <a:extLst>
              <a:ext uri="{FF2B5EF4-FFF2-40B4-BE49-F238E27FC236}">
                <a16:creationId xmlns:a16="http://schemas.microsoft.com/office/drawing/2014/main" id="{904FD802-6EEC-1C7B-D132-6355137D704D}"/>
              </a:ext>
            </a:extLst>
          </p:cNvPr>
          <p:cNvSpPr/>
          <p:nvPr/>
        </p:nvSpPr>
        <p:spPr>
          <a:xfrm rot="5400000">
            <a:off x="2463295" y="4295142"/>
            <a:ext cx="250782" cy="234792"/>
          </a:xfrm>
          <a:prstGeom prst="arc">
            <a:avLst>
              <a:gd name="adj1" fmla="val 16115571"/>
              <a:gd name="adj2" fmla="val 2008816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弧形 80">
            <a:extLst>
              <a:ext uri="{FF2B5EF4-FFF2-40B4-BE49-F238E27FC236}">
                <a16:creationId xmlns:a16="http://schemas.microsoft.com/office/drawing/2014/main" id="{7A0AF61B-9756-671D-7B55-DDA2CED65E98}"/>
              </a:ext>
            </a:extLst>
          </p:cNvPr>
          <p:cNvSpPr/>
          <p:nvPr/>
        </p:nvSpPr>
        <p:spPr>
          <a:xfrm rot="5400000">
            <a:off x="3237959" y="4301800"/>
            <a:ext cx="250782" cy="234792"/>
          </a:xfrm>
          <a:prstGeom prst="arc">
            <a:avLst>
              <a:gd name="adj1" fmla="val 16115571"/>
              <a:gd name="adj2" fmla="val 2001089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066C0606-453E-37CC-856C-43B3AB07EED7}"/>
              </a:ext>
            </a:extLst>
          </p:cNvPr>
          <p:cNvCxnSpPr>
            <a:cxnSpLocks/>
          </p:cNvCxnSpPr>
          <p:nvPr/>
        </p:nvCxnSpPr>
        <p:spPr>
          <a:xfrm flipH="1">
            <a:off x="2319547" y="4641850"/>
            <a:ext cx="2481053" cy="6123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弧形 85">
            <a:extLst>
              <a:ext uri="{FF2B5EF4-FFF2-40B4-BE49-F238E27FC236}">
                <a16:creationId xmlns:a16="http://schemas.microsoft.com/office/drawing/2014/main" id="{F31C15F7-0880-3162-7D95-9853F1E561EC}"/>
              </a:ext>
            </a:extLst>
          </p:cNvPr>
          <p:cNvSpPr/>
          <p:nvPr/>
        </p:nvSpPr>
        <p:spPr>
          <a:xfrm rot="5400000">
            <a:off x="4040977" y="4400283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弧形 86">
            <a:extLst>
              <a:ext uri="{FF2B5EF4-FFF2-40B4-BE49-F238E27FC236}">
                <a16:creationId xmlns:a16="http://schemas.microsoft.com/office/drawing/2014/main" id="{93A59381-3E61-A6E7-295D-CF8997573D14}"/>
              </a:ext>
            </a:extLst>
          </p:cNvPr>
          <p:cNvSpPr/>
          <p:nvPr/>
        </p:nvSpPr>
        <p:spPr>
          <a:xfrm rot="5400000">
            <a:off x="4665517" y="4396473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F08CD672-39F5-7558-4A27-5F7CEE81ACCC}"/>
              </a:ext>
            </a:extLst>
          </p:cNvPr>
          <p:cNvCxnSpPr>
            <a:cxnSpLocks/>
          </p:cNvCxnSpPr>
          <p:nvPr/>
        </p:nvCxnSpPr>
        <p:spPr>
          <a:xfrm>
            <a:off x="4908550" y="3956050"/>
            <a:ext cx="0" cy="59055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5622CF6F-0185-B018-8BF6-D62A8F9E91F9}"/>
              </a:ext>
            </a:extLst>
          </p:cNvPr>
          <p:cNvCxnSpPr>
            <a:cxnSpLocks/>
          </p:cNvCxnSpPr>
          <p:nvPr/>
        </p:nvCxnSpPr>
        <p:spPr>
          <a:xfrm>
            <a:off x="4283075" y="4416425"/>
            <a:ext cx="0" cy="11430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03BBD703-5BE9-CDA0-A372-6AE276A6B86D}"/>
              </a:ext>
            </a:extLst>
          </p:cNvPr>
          <p:cNvCxnSpPr>
            <a:cxnSpLocks/>
            <a:endCxn id="99" idx="4"/>
          </p:cNvCxnSpPr>
          <p:nvPr/>
        </p:nvCxnSpPr>
        <p:spPr>
          <a:xfrm flipV="1">
            <a:off x="4284197" y="3761720"/>
            <a:ext cx="2053" cy="402387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8732AF83-10EE-5FC5-60B8-F95EC4E60362}"/>
              </a:ext>
            </a:extLst>
          </p:cNvPr>
          <p:cNvGrpSpPr/>
          <p:nvPr/>
        </p:nvGrpSpPr>
        <p:grpSpPr>
          <a:xfrm>
            <a:off x="4168922" y="3527065"/>
            <a:ext cx="234655" cy="240876"/>
            <a:chOff x="1998888" y="5236829"/>
            <a:chExt cx="287428" cy="295048"/>
          </a:xfrm>
          <a:solidFill>
            <a:srgbClr val="DB7943"/>
          </a:solidFill>
        </p:grpSpPr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62176020-D7BF-3562-A150-638EF91D2ACD}"/>
                </a:ext>
              </a:extLst>
            </p:cNvPr>
            <p:cNvSpPr/>
            <p:nvPr/>
          </p:nvSpPr>
          <p:spPr>
            <a:xfrm>
              <a:off x="1998888" y="5236829"/>
              <a:ext cx="287428" cy="287428"/>
            </a:xfrm>
            <a:prstGeom prst="ellips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0" name="对象 99">
              <a:extLst>
                <a:ext uri="{FF2B5EF4-FFF2-40B4-BE49-F238E27FC236}">
                  <a16:creationId xmlns:a16="http://schemas.microsoft.com/office/drawing/2014/main" id="{8B93FC7C-5D1A-4D9D-09D2-523B6FD8F2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2573943"/>
                </p:ext>
              </p:extLst>
            </p:nvPr>
          </p:nvGraphicFramePr>
          <p:xfrm>
            <a:off x="2051223" y="5286109"/>
            <a:ext cx="201083" cy="245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4120" imgH="139680" progId="Equation.DSMT4">
                    <p:embed/>
                  </p:oleObj>
                </mc:Choice>
                <mc:Fallback>
                  <p:oleObj name="Equation" r:id="rId9" imgW="114120" imgH="13968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BA9B7A84-F3ED-8E4E-0513-076ED12CA0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51223" y="5286109"/>
                          <a:ext cx="201083" cy="24576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06DA1E64-C22B-1C6D-BC67-EA94A74F277C}"/>
              </a:ext>
            </a:extLst>
          </p:cNvPr>
          <p:cNvGrpSpPr/>
          <p:nvPr/>
        </p:nvGrpSpPr>
        <p:grpSpPr>
          <a:xfrm>
            <a:off x="3759205" y="3514875"/>
            <a:ext cx="235605" cy="234655"/>
            <a:chOff x="1997725" y="5236829"/>
            <a:chExt cx="288591" cy="287428"/>
          </a:xfrm>
          <a:solidFill>
            <a:srgbClr val="DB7943"/>
          </a:solidFill>
        </p:grpSpPr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D6B0AA67-4720-1729-8931-C6F78BF98F2B}"/>
                </a:ext>
              </a:extLst>
            </p:cNvPr>
            <p:cNvSpPr/>
            <p:nvPr/>
          </p:nvSpPr>
          <p:spPr>
            <a:xfrm>
              <a:off x="1998888" y="5236829"/>
              <a:ext cx="287428" cy="287428"/>
            </a:xfrm>
            <a:prstGeom prst="ellips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04" name="对象 103">
              <a:extLst>
                <a:ext uri="{FF2B5EF4-FFF2-40B4-BE49-F238E27FC236}">
                  <a16:creationId xmlns:a16="http://schemas.microsoft.com/office/drawing/2014/main" id="{360CAFC0-43CD-2AA0-9CB3-5A91622F39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7014996"/>
                </p:ext>
              </p:extLst>
            </p:nvPr>
          </p:nvGraphicFramePr>
          <p:xfrm>
            <a:off x="1997725" y="5268532"/>
            <a:ext cx="282522" cy="231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40" imgH="164880" progId="Equation.DSMT4">
                    <p:embed/>
                  </p:oleObj>
                </mc:Choice>
                <mc:Fallback>
                  <p:oleObj name="Equation" r:id="rId15" imgW="203040" imgH="164880" progId="Equation.DSMT4">
                    <p:embed/>
                    <p:pic>
                      <p:nvPicPr>
                        <p:cNvPr id="100" name="对象 99">
                          <a:extLst>
                            <a:ext uri="{FF2B5EF4-FFF2-40B4-BE49-F238E27FC236}">
                              <a16:creationId xmlns:a16="http://schemas.microsoft.com/office/drawing/2014/main" id="{8B93FC7C-5D1A-4D9D-09D2-523B6FD8F2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97725" y="5268532"/>
                          <a:ext cx="282522" cy="231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27B8812C-EB7E-98EC-1BE9-0A959E85BA2E}"/>
              </a:ext>
            </a:extLst>
          </p:cNvPr>
          <p:cNvCxnSpPr>
            <a:cxnSpLocks/>
            <a:endCxn id="99" idx="2"/>
          </p:cNvCxnSpPr>
          <p:nvPr/>
        </p:nvCxnSpPr>
        <p:spPr>
          <a:xfrm flipV="1">
            <a:off x="4005185" y="3644393"/>
            <a:ext cx="163737" cy="6718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4C475E29-199F-656A-7DA4-D972E21B769E}"/>
              </a:ext>
            </a:extLst>
          </p:cNvPr>
          <p:cNvCxnSpPr>
            <a:cxnSpLocks/>
            <a:endCxn id="46" idx="4"/>
          </p:cNvCxnSpPr>
          <p:nvPr/>
        </p:nvCxnSpPr>
        <p:spPr>
          <a:xfrm flipH="1" flipV="1">
            <a:off x="4290242" y="3412982"/>
            <a:ext cx="2358" cy="123968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344964CA-0684-961E-BE4A-60722340DEE9}"/>
              </a:ext>
            </a:extLst>
          </p:cNvPr>
          <p:cNvGrpSpPr/>
          <p:nvPr/>
        </p:nvGrpSpPr>
        <p:grpSpPr>
          <a:xfrm>
            <a:off x="3399495" y="3820411"/>
            <a:ext cx="234655" cy="240882"/>
            <a:chOff x="1998888" y="5236829"/>
            <a:chExt cx="287428" cy="295055"/>
          </a:xfrm>
          <a:solidFill>
            <a:srgbClr val="DB7943"/>
          </a:solidFill>
        </p:grpSpPr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9F49DA17-F783-1062-6826-8CE7272A7DAB}"/>
                </a:ext>
              </a:extLst>
            </p:cNvPr>
            <p:cNvSpPr/>
            <p:nvPr/>
          </p:nvSpPr>
          <p:spPr>
            <a:xfrm>
              <a:off x="1998888" y="5236829"/>
              <a:ext cx="287428" cy="287428"/>
            </a:xfrm>
            <a:prstGeom prst="ellips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6" name="对象 115">
              <a:extLst>
                <a:ext uri="{FF2B5EF4-FFF2-40B4-BE49-F238E27FC236}">
                  <a16:creationId xmlns:a16="http://schemas.microsoft.com/office/drawing/2014/main" id="{FE56E08B-3660-C4CE-E659-147D5E989B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6349888"/>
                </p:ext>
              </p:extLst>
            </p:nvPr>
          </p:nvGraphicFramePr>
          <p:xfrm>
            <a:off x="2051225" y="5286116"/>
            <a:ext cx="201083" cy="245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4120" imgH="139680" progId="Equation.DSMT4">
                    <p:embed/>
                  </p:oleObj>
                </mc:Choice>
                <mc:Fallback>
                  <p:oleObj name="Equation" r:id="rId9" imgW="114120" imgH="139680" progId="Equation.DSMT4">
                    <p:embed/>
                    <p:pic>
                      <p:nvPicPr>
                        <p:cNvPr id="104" name="对象 103">
                          <a:extLst>
                            <a:ext uri="{FF2B5EF4-FFF2-40B4-BE49-F238E27FC236}">
                              <a16:creationId xmlns:a16="http://schemas.microsoft.com/office/drawing/2014/main" id="{360CAFC0-43CD-2AA0-9CB3-5A91622F39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51225" y="5286116"/>
                          <a:ext cx="201083" cy="24576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7" name="弧形 116">
            <a:extLst>
              <a:ext uri="{FF2B5EF4-FFF2-40B4-BE49-F238E27FC236}">
                <a16:creationId xmlns:a16="http://schemas.microsoft.com/office/drawing/2014/main" id="{279F3DA1-CA3D-CFED-D0C1-E81BC21F513C}"/>
              </a:ext>
            </a:extLst>
          </p:cNvPr>
          <p:cNvSpPr/>
          <p:nvPr/>
        </p:nvSpPr>
        <p:spPr>
          <a:xfrm>
            <a:off x="3856719" y="3941765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C051B5F1-094F-0056-2181-F69B9BC65075}"/>
              </a:ext>
            </a:extLst>
          </p:cNvPr>
          <p:cNvCxnSpPr>
            <a:cxnSpLocks/>
          </p:cNvCxnSpPr>
          <p:nvPr/>
        </p:nvCxnSpPr>
        <p:spPr>
          <a:xfrm flipH="1">
            <a:off x="3643313" y="3943350"/>
            <a:ext cx="347662" cy="2381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6A65AEEF-8361-C782-4972-A39908BAF661}"/>
              </a:ext>
            </a:extLst>
          </p:cNvPr>
          <p:cNvCxnSpPr>
            <a:cxnSpLocks/>
          </p:cNvCxnSpPr>
          <p:nvPr/>
        </p:nvCxnSpPr>
        <p:spPr>
          <a:xfrm flipH="1">
            <a:off x="3560073" y="5599546"/>
            <a:ext cx="524668" cy="635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7F4985A5-54A8-8E7D-D16A-17B0A4418EDF}"/>
              </a:ext>
            </a:extLst>
          </p:cNvPr>
          <p:cNvCxnSpPr>
            <a:cxnSpLocks/>
          </p:cNvCxnSpPr>
          <p:nvPr/>
        </p:nvCxnSpPr>
        <p:spPr>
          <a:xfrm flipV="1">
            <a:off x="4105276" y="4054158"/>
            <a:ext cx="372" cy="9398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8819B6DB-E4D4-633B-868B-42FB90425E72}"/>
              </a:ext>
            </a:extLst>
          </p:cNvPr>
          <p:cNvCxnSpPr>
            <a:cxnSpLocks/>
          </p:cNvCxnSpPr>
          <p:nvPr/>
        </p:nvCxnSpPr>
        <p:spPr>
          <a:xfrm flipV="1">
            <a:off x="3508487" y="4052888"/>
            <a:ext cx="1476" cy="99351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弧形 133">
            <a:extLst>
              <a:ext uri="{FF2B5EF4-FFF2-40B4-BE49-F238E27FC236}">
                <a16:creationId xmlns:a16="http://schemas.microsoft.com/office/drawing/2014/main" id="{CB518E17-D05B-D9D4-5CC2-7A2F530598E2}"/>
              </a:ext>
            </a:extLst>
          </p:cNvPr>
          <p:cNvSpPr/>
          <p:nvPr/>
        </p:nvSpPr>
        <p:spPr>
          <a:xfrm rot="10800000">
            <a:off x="2226177" y="3729359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502C2BD4-A9D0-9570-C302-E75BC73849EE}"/>
              </a:ext>
            </a:extLst>
          </p:cNvPr>
          <p:cNvCxnSpPr>
            <a:cxnSpLocks/>
          </p:cNvCxnSpPr>
          <p:nvPr/>
        </p:nvCxnSpPr>
        <p:spPr>
          <a:xfrm flipV="1">
            <a:off x="2343150" y="3952979"/>
            <a:ext cx="1056345" cy="5611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弧形 140">
            <a:extLst>
              <a:ext uri="{FF2B5EF4-FFF2-40B4-BE49-F238E27FC236}">
                <a16:creationId xmlns:a16="http://schemas.microsoft.com/office/drawing/2014/main" id="{605D72FD-BB13-631D-C071-49D8FE2D88C5}"/>
              </a:ext>
            </a:extLst>
          </p:cNvPr>
          <p:cNvSpPr/>
          <p:nvPr/>
        </p:nvSpPr>
        <p:spPr>
          <a:xfrm rot="16200000">
            <a:off x="2701387" y="3659106"/>
            <a:ext cx="250782" cy="234792"/>
          </a:xfrm>
          <a:prstGeom prst="arc">
            <a:avLst>
              <a:gd name="adj1" fmla="val 16115571"/>
              <a:gd name="adj2" fmla="val 215068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5C1E9DE1-7B89-F8D7-1489-78F0195AEC3B}"/>
              </a:ext>
            </a:extLst>
          </p:cNvPr>
          <p:cNvCxnSpPr>
            <a:cxnSpLocks/>
          </p:cNvCxnSpPr>
          <p:nvPr/>
        </p:nvCxnSpPr>
        <p:spPr>
          <a:xfrm flipV="1">
            <a:off x="2814414" y="3642360"/>
            <a:ext cx="942246" cy="7866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335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33D-BE21-A936-929E-C8A0946DB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5533AF-EEBC-F20A-8317-6C939BC57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19625"/>
          </a:xfrm>
        </p:spPr>
        <p:txBody>
          <a:bodyPr>
            <a:normAutofit/>
          </a:bodyPr>
          <a:lstStyle/>
          <a:p>
            <a:r>
              <a:rPr lang="en-US" altLang="zh-CN" dirty="0"/>
              <a:t>919</a:t>
            </a:r>
            <a:r>
              <a:rPr lang="zh-CN" altLang="en-US" dirty="0"/>
              <a:t>加长型完成和商飞的联合设计 一个月一次</a:t>
            </a:r>
            <a:endParaRPr lang="en-US" altLang="zh-CN" dirty="0"/>
          </a:p>
          <a:p>
            <a:r>
              <a:rPr lang="zh-CN" altLang="en-US" dirty="0"/>
              <a:t>系统架构和通信的验证平台</a:t>
            </a:r>
            <a:endParaRPr lang="en-US" altLang="zh-CN" dirty="0"/>
          </a:p>
          <a:p>
            <a:r>
              <a:rPr lang="en-US" altLang="zh-CN" dirty="0"/>
              <a:t>PMA</a:t>
            </a:r>
            <a:r>
              <a:rPr lang="zh-CN" altLang="en-US" dirty="0"/>
              <a:t>气动活门的</a:t>
            </a:r>
            <a:r>
              <a:rPr lang="en-US" altLang="zh-CN" dirty="0"/>
              <a:t>PMA </a:t>
            </a:r>
            <a:r>
              <a:rPr lang="zh-CN" altLang="en-US" dirty="0"/>
              <a:t>安德维尔 </a:t>
            </a:r>
            <a:r>
              <a:rPr lang="en-US" altLang="zh-CN" dirty="0"/>
              <a:t>PMA</a:t>
            </a:r>
            <a:r>
              <a:rPr lang="zh-CN" altLang="en-US" dirty="0"/>
              <a:t>的流程 </a:t>
            </a:r>
            <a:endParaRPr lang="en-US" altLang="zh-CN" dirty="0"/>
          </a:p>
          <a:p>
            <a:r>
              <a:rPr lang="zh-CN" altLang="en-US" dirty="0"/>
              <a:t>台架 论文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土库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安全操作规程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703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E20DE-9374-ABDB-CF23-327CAB0F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321Neo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7F595-3012-1E39-5EED-16F9EA651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B-326X</a:t>
            </a:r>
            <a:r>
              <a:rPr lang="zh-CN" altLang="en-US" dirty="0"/>
              <a:t>为例</a:t>
            </a:r>
          </a:p>
        </p:txBody>
      </p:sp>
    </p:spTree>
    <p:extLst>
      <p:ext uri="{BB962C8B-B14F-4D97-AF65-F5344CB8AC3E}">
        <p14:creationId xmlns:p14="http://schemas.microsoft.com/office/powerpoint/2010/main" val="401728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826CFA-B52A-0872-3ACC-E4015404D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3440"/>
            <a:ext cx="5746315" cy="4351338"/>
          </a:xfrm>
        </p:spPr>
        <p:txBody>
          <a:bodyPr/>
          <a:lstStyle/>
          <a:p>
            <a:r>
              <a:rPr lang="zh-CN" altLang="en-US" dirty="0"/>
              <a:t>客舱照明</a:t>
            </a:r>
            <a:endParaRPr lang="en-US" altLang="zh-CN" dirty="0"/>
          </a:p>
          <a:p>
            <a:pPr lvl="1"/>
            <a:r>
              <a:rPr lang="zh-CN" altLang="en-US" dirty="0"/>
              <a:t>客舱照明灯分为四条照明灯带，分布于整个客舱区域。这些灯具通过断路器</a:t>
            </a:r>
            <a:r>
              <a:rPr lang="en-US" altLang="zh-CN" dirty="0"/>
              <a:t>300LG</a:t>
            </a:r>
            <a:r>
              <a:rPr lang="zh-CN" altLang="en-US" dirty="0"/>
              <a:t>至</a:t>
            </a:r>
            <a:r>
              <a:rPr lang="en-US" altLang="zh-CN" dirty="0"/>
              <a:t>307LG</a:t>
            </a:r>
            <a:r>
              <a:rPr lang="zh-CN" altLang="en-US" dirty="0"/>
              <a:t>（客舱照明）和</a:t>
            </a:r>
            <a:r>
              <a:rPr lang="en-US" altLang="zh-CN" dirty="0"/>
              <a:t>308LG</a:t>
            </a:r>
            <a:r>
              <a:rPr lang="zh-CN" altLang="en-US" dirty="0"/>
              <a:t>（入口照明），从母线</a:t>
            </a:r>
            <a:r>
              <a:rPr lang="en-US" altLang="zh-CN" dirty="0"/>
              <a:t>212XP</a:t>
            </a:r>
            <a:r>
              <a:rPr lang="zh-CN" altLang="en-US" dirty="0"/>
              <a:t>和</a:t>
            </a:r>
            <a:r>
              <a:rPr lang="en-US" altLang="zh-CN" dirty="0"/>
              <a:t>214XP</a:t>
            </a:r>
            <a:r>
              <a:rPr lang="zh-CN" altLang="en-US" dirty="0"/>
              <a:t>获取</a:t>
            </a:r>
            <a:r>
              <a:rPr lang="en-US" altLang="zh-CN" dirty="0"/>
              <a:t>115VAC</a:t>
            </a:r>
            <a:r>
              <a:rPr lang="zh-CN" altLang="en-US" dirty="0"/>
              <a:t>电源。照明系统由</a:t>
            </a:r>
            <a:r>
              <a:rPr lang="en-US" altLang="zh-CN" dirty="0"/>
              <a:t>FAP 120RH</a:t>
            </a:r>
            <a:r>
              <a:rPr lang="zh-CN" altLang="en-US" dirty="0"/>
              <a:t>和</a:t>
            </a:r>
            <a:r>
              <a:rPr lang="en-US" altLang="zh-CN" dirty="0"/>
              <a:t>AAP 126RH</a:t>
            </a:r>
            <a:r>
              <a:rPr lang="zh-CN" altLang="en-US" dirty="0"/>
              <a:t>进行控制。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FAP</a:t>
            </a:r>
            <a:r>
              <a:rPr lang="zh-CN" altLang="en-US" dirty="0"/>
              <a:t>（</a:t>
            </a:r>
            <a:r>
              <a:rPr lang="en-US" altLang="zh-CN" dirty="0"/>
              <a:t>Forward Attendant Panel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AAP</a:t>
            </a:r>
            <a:r>
              <a:rPr lang="zh-CN" altLang="en-US" dirty="0"/>
              <a:t>（</a:t>
            </a:r>
            <a:r>
              <a:rPr lang="en-US" altLang="zh-CN" dirty="0"/>
              <a:t>Additional Attendant Panel</a:t>
            </a:r>
            <a:r>
              <a:rPr lang="zh-CN" altLang="en-US" dirty="0"/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EEE445-043A-D869-8EDE-59F861ED8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947" y="773440"/>
            <a:ext cx="6114286" cy="51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8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6D1359-62ED-744B-435F-1BA0B2517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4"/>
            <a:ext cx="10515600" cy="6194425"/>
          </a:xfrm>
        </p:spPr>
        <p:txBody>
          <a:bodyPr>
            <a:normAutofit fontScale="55000" lnSpcReduction="20000"/>
          </a:bodyPr>
          <a:lstStyle/>
          <a:p>
            <a:r>
              <a:rPr lang="zh-CN" altLang="en-US" dirty="0"/>
              <a:t>服务面板控制</a:t>
            </a:r>
            <a:endParaRPr lang="en-US" altLang="zh-CN" dirty="0"/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110-200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当按下</a:t>
            </a:r>
            <a:r>
              <a:rPr lang="en-US" altLang="zh-CN" dirty="0"/>
              <a:t>FAP 120RH</a:t>
            </a:r>
            <a:r>
              <a:rPr lang="zh-CN" altLang="en-US" dirty="0"/>
              <a:t>上的“</a:t>
            </a:r>
            <a:r>
              <a:rPr lang="en-US" altLang="zh-CN" dirty="0"/>
              <a:t>MAIN ON/OFF</a:t>
            </a:r>
            <a:r>
              <a:rPr lang="zh-CN" altLang="en-US" dirty="0"/>
              <a:t>”按钮时，所有客舱灯将以</a:t>
            </a:r>
            <a:r>
              <a:rPr lang="en-US" altLang="zh-CN" dirty="0"/>
              <a:t>100%</a:t>
            </a:r>
            <a:r>
              <a:rPr lang="zh-CN" altLang="en-US" dirty="0"/>
              <a:t>亮度点亮。同时，该按钮的指示灯也会亮起。</a:t>
            </a:r>
            <a:endParaRPr lang="en-US" altLang="zh-CN" dirty="0"/>
          </a:p>
          <a:p>
            <a:pPr fontAlgn="t" latinLnBrk="1"/>
            <a:r>
              <a:rPr lang="zh-CN" altLang="en-US" dirty="0"/>
              <a:t>再次按下“</a:t>
            </a:r>
            <a:r>
              <a:rPr lang="en-US" altLang="zh-CN" dirty="0"/>
              <a:t>MAIN ON/OFF</a:t>
            </a:r>
            <a:r>
              <a:rPr lang="zh-CN" altLang="en-US" dirty="0"/>
              <a:t>”按钮时，所有灯光将全部熄灭。同时，按钮指示灯也会熄灭。在飞行过程中，此功能不可用。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适用于空调</a:t>
            </a:r>
            <a:r>
              <a:rPr lang="en-US" altLang="zh-CN" b="1" i="1" dirty="0">
                <a:solidFill>
                  <a:srgbClr val="FF0000"/>
                </a:solidFill>
              </a:rPr>
              <a:t>FSN 751-800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901-950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首次按下“</a:t>
            </a:r>
            <a:r>
              <a:rPr lang="en-US" altLang="zh-CN" dirty="0"/>
              <a:t>ENTRY BRT”</a:t>
            </a:r>
            <a:r>
              <a:rPr lang="zh-CN" altLang="en-US" dirty="0"/>
              <a:t>按钮时，相关入口区域的照明将以</a:t>
            </a:r>
            <a:r>
              <a:rPr lang="en-US" altLang="zh-CN" dirty="0"/>
              <a:t>100%</a:t>
            </a:r>
            <a:r>
              <a:rPr lang="zh-CN" altLang="en-US" dirty="0"/>
              <a:t>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110-150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210-211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233-250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301-400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551-600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651-654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首次按下‘</a:t>
            </a:r>
            <a:r>
              <a:rPr lang="en-US" altLang="zh-CN" dirty="0"/>
              <a:t>ENTRY DIM1’</a:t>
            </a:r>
            <a:r>
              <a:rPr lang="zh-CN" altLang="en-US" dirty="0"/>
              <a:t>按钮时，相关入口区域的照明将以</a:t>
            </a:r>
            <a:r>
              <a:rPr lang="en-US" altLang="zh-CN" dirty="0"/>
              <a:t>50%</a:t>
            </a:r>
            <a:r>
              <a:rPr lang="zh-CN" altLang="en-US" dirty="0"/>
              <a:t>的亮度开启。同时，按钮指示灯也会亮起。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110-150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210-211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233-250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301-400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551-600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651-654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首次按下按钮‘</a:t>
            </a:r>
            <a:r>
              <a:rPr lang="en-US" altLang="zh-CN" dirty="0"/>
              <a:t>ENTRY DIM2’</a:t>
            </a:r>
            <a:r>
              <a:rPr lang="zh-CN" altLang="en-US" dirty="0"/>
              <a:t>时，相关入口区域的照明将以</a:t>
            </a:r>
            <a:r>
              <a:rPr lang="en-US" altLang="zh-CN" dirty="0"/>
              <a:t>10%</a:t>
            </a:r>
            <a:r>
              <a:rPr lang="zh-CN" altLang="en-US" dirty="0"/>
              <a:t>的亮度开启。同时，按钮指示灯也会亮起。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110-150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210-211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233-250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651-654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首次按下‘</a:t>
            </a:r>
            <a:r>
              <a:rPr lang="en-US" altLang="zh-CN" dirty="0"/>
              <a:t>BRT’</a:t>
            </a:r>
            <a:r>
              <a:rPr lang="zh-CN" altLang="en-US" dirty="0"/>
              <a:t>按钮时，相关舱室区域照明将以</a:t>
            </a:r>
            <a:r>
              <a:rPr lang="en-US" altLang="zh-CN" dirty="0"/>
              <a:t>100%</a:t>
            </a:r>
            <a:r>
              <a:rPr lang="zh-CN" altLang="en-US" dirty="0"/>
              <a:t>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110-150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首次按下按钮“</a:t>
            </a:r>
            <a:r>
              <a:rPr lang="en-US" altLang="zh-CN" dirty="0"/>
              <a:t>DIM1”</a:t>
            </a:r>
            <a:r>
              <a:rPr lang="zh-CN" altLang="en-US" dirty="0"/>
              <a:t>时，相关客舱区域的照明将以</a:t>
            </a:r>
            <a:r>
              <a:rPr lang="en-US" altLang="zh-CN" dirty="0"/>
              <a:t>50%</a:t>
            </a:r>
            <a:r>
              <a:rPr lang="zh-CN" altLang="en-US" dirty="0"/>
              <a:t>的亮度开启。同时，按钮指示灯也会亮起。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110-150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首次按下按钮‘</a:t>
            </a:r>
            <a:r>
              <a:rPr lang="en-US" altLang="zh-CN" dirty="0"/>
              <a:t>DIM2’</a:t>
            </a:r>
            <a:r>
              <a:rPr lang="zh-CN" altLang="en-US" dirty="0"/>
              <a:t>时，相关客舱区域照明将以</a:t>
            </a:r>
            <a:r>
              <a:rPr lang="en-US" altLang="zh-CN" dirty="0"/>
              <a:t>10%</a:t>
            </a:r>
            <a:r>
              <a:rPr lang="zh-CN" altLang="en-US" dirty="0"/>
              <a:t>的亮度开启。同时，按钮指示灯也会亮起。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110-200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656-750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801-999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当按下“</a:t>
            </a:r>
            <a:r>
              <a:rPr lang="en-US" altLang="zh-CN" dirty="0"/>
              <a:t>WDO”</a:t>
            </a:r>
            <a:r>
              <a:rPr lang="zh-CN" altLang="en-US" dirty="0"/>
              <a:t>按钮时，每个客舱区域的所有舷窗灯都会亮起。同时，按钮指示灯也会亮起。再次按下“</a:t>
            </a:r>
            <a:r>
              <a:rPr lang="en-US" altLang="zh-CN" dirty="0"/>
              <a:t>WDO”</a:t>
            </a:r>
            <a:r>
              <a:rPr lang="zh-CN" altLang="en-US" dirty="0"/>
              <a:t>按钮时，每个客舱区域的所有舷窗灯都会熄灭，按钮指示灯也会熄灭。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110-200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656-750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801-999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按下“</a:t>
            </a:r>
            <a:r>
              <a:rPr lang="en-US" altLang="zh-CN" dirty="0"/>
              <a:t>AISLE”</a:t>
            </a:r>
            <a:r>
              <a:rPr lang="zh-CN" altLang="en-US" dirty="0"/>
              <a:t>按钮时，每个客舱区域的所有顶灯都会亮起。同时，按钮指示灯也会亮起。再次按下“</a:t>
            </a:r>
            <a:r>
              <a:rPr lang="en-US" altLang="zh-CN" dirty="0"/>
              <a:t>AISLE”</a:t>
            </a:r>
            <a:r>
              <a:rPr lang="zh-CN" altLang="en-US" dirty="0"/>
              <a:t>按钮时，每个客舱区域的所有顶灯都会熄灭。按钮指示灯也会随之熄灭。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509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5E9A9A-C6F4-5210-70EE-0A31977F5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254000"/>
            <a:ext cx="11572875" cy="6527800"/>
          </a:xfrm>
        </p:spPr>
        <p:txBody>
          <a:bodyPr>
            <a:normAutofit fontScale="77500" lnSpcReduction="20000"/>
          </a:bodyPr>
          <a:lstStyle/>
          <a:p>
            <a:pPr latinLnBrk="1"/>
            <a:r>
              <a:rPr lang="zh-CN" altLang="en-US" dirty="0"/>
              <a:t>附加乘务员面板（</a:t>
            </a:r>
            <a:r>
              <a:rPr lang="en-US" altLang="zh-CN" dirty="0"/>
              <a:t>AAP</a:t>
            </a:r>
            <a:r>
              <a:rPr lang="zh-CN" altLang="en-US" dirty="0"/>
              <a:t>）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110-200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首次按下“</a:t>
            </a:r>
            <a:r>
              <a:rPr lang="en-US" altLang="zh-CN" dirty="0"/>
              <a:t>ENTRY BRT”</a:t>
            </a:r>
            <a:r>
              <a:rPr lang="zh-CN" altLang="en-US" dirty="0"/>
              <a:t>按钮时，相关入口区域的照明将以</a:t>
            </a:r>
            <a:r>
              <a:rPr lang="en-US" altLang="zh-CN" dirty="0"/>
              <a:t>100%</a:t>
            </a:r>
            <a:r>
              <a:rPr lang="zh-CN" altLang="en-US" dirty="0"/>
              <a:t>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110-200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首次按下“</a:t>
            </a:r>
            <a:r>
              <a:rPr lang="en-US" altLang="zh-CN" dirty="0"/>
              <a:t>ENTRY DIM1”</a:t>
            </a:r>
            <a:r>
              <a:rPr lang="zh-CN" altLang="en-US" dirty="0"/>
              <a:t>按钮时，相关入口区域的照明将以</a:t>
            </a:r>
            <a:r>
              <a:rPr lang="en-US" altLang="zh-CN" dirty="0"/>
              <a:t>50%</a:t>
            </a:r>
            <a:r>
              <a:rPr lang="zh-CN" altLang="en-US" dirty="0"/>
              <a:t>的亮度开启。同时，按钮指示灯也会亮起。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008-100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110-200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210-250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首次按下‘</a:t>
            </a:r>
            <a:r>
              <a:rPr lang="en-US" altLang="zh-CN" dirty="0"/>
              <a:t>ENTRY DIM2’</a:t>
            </a:r>
            <a:r>
              <a:rPr lang="zh-CN" altLang="en-US" dirty="0"/>
              <a:t>按钮时，相关入口区域的照明将以</a:t>
            </a:r>
            <a:r>
              <a:rPr lang="en-US" altLang="zh-CN" dirty="0"/>
              <a:t>10%</a:t>
            </a:r>
            <a:r>
              <a:rPr lang="zh-CN" altLang="en-US" dirty="0"/>
              <a:t>的亮度开启。同时，按钮指示灯也会亮起。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002-100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110-200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212-250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252-654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656-999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首次按下‘</a:t>
            </a:r>
            <a:r>
              <a:rPr lang="en-US" altLang="zh-CN" dirty="0"/>
              <a:t>AFT BRT’</a:t>
            </a:r>
            <a:r>
              <a:rPr lang="zh-CN" altLang="en-US" dirty="0"/>
              <a:t>按钮时，相关客舱区域照明将以</a:t>
            </a:r>
            <a:r>
              <a:rPr lang="en-US" altLang="zh-CN" dirty="0"/>
              <a:t>100%</a:t>
            </a:r>
            <a:r>
              <a:rPr lang="zh-CN" altLang="en-US" dirty="0"/>
              <a:t>亮度开启。同时，按钮指示灯也会亮起。</a:t>
            </a:r>
          </a:p>
          <a:p>
            <a:pPr latinLnBrk="1"/>
            <a:r>
              <a:rPr lang="zh-CN" altLang="en-US" sz="3100" b="1" i="1" dirty="0">
                <a:solidFill>
                  <a:srgbClr val="FF0000"/>
                </a:solidFill>
              </a:rPr>
              <a:t>** 适用于空调</a:t>
            </a:r>
            <a:r>
              <a:rPr lang="en-US" altLang="zh-CN" sz="3100" b="1" i="1" dirty="0">
                <a:solidFill>
                  <a:srgbClr val="FF0000"/>
                </a:solidFill>
              </a:rPr>
              <a:t>FSN 002-100</a:t>
            </a:r>
            <a:r>
              <a:rPr lang="zh-CN" altLang="en-US" sz="3100" b="1" i="1" dirty="0">
                <a:solidFill>
                  <a:srgbClr val="FF0000"/>
                </a:solidFill>
              </a:rPr>
              <a:t>、</a:t>
            </a:r>
            <a:r>
              <a:rPr lang="en-US" altLang="zh-CN" sz="3100" b="1" i="1" dirty="0">
                <a:solidFill>
                  <a:srgbClr val="FF0000"/>
                </a:solidFill>
              </a:rPr>
              <a:t>110-200</a:t>
            </a:r>
            <a:r>
              <a:rPr lang="zh-CN" altLang="en-US" sz="3100" b="1" i="1" dirty="0">
                <a:solidFill>
                  <a:srgbClr val="FF0000"/>
                </a:solidFill>
              </a:rPr>
              <a:t>、</a:t>
            </a:r>
            <a:r>
              <a:rPr lang="en-US" altLang="zh-CN" sz="3100" b="1" i="1" dirty="0">
                <a:solidFill>
                  <a:srgbClr val="FF0000"/>
                </a:solidFill>
              </a:rPr>
              <a:t>212-250</a:t>
            </a:r>
            <a:r>
              <a:rPr lang="zh-CN" altLang="en-US" sz="3100" b="1" i="1" dirty="0">
                <a:solidFill>
                  <a:srgbClr val="FF0000"/>
                </a:solidFill>
              </a:rPr>
              <a:t>、</a:t>
            </a:r>
            <a:r>
              <a:rPr lang="en-US" altLang="zh-CN" sz="3100" b="1" i="1" dirty="0">
                <a:solidFill>
                  <a:srgbClr val="FF0000"/>
                </a:solidFill>
              </a:rPr>
              <a:t>252-654</a:t>
            </a:r>
            <a:r>
              <a:rPr lang="zh-CN" altLang="en-US" sz="3100" b="1" i="1" dirty="0">
                <a:solidFill>
                  <a:srgbClr val="FF0000"/>
                </a:solidFill>
              </a:rPr>
              <a:t>、</a:t>
            </a:r>
            <a:r>
              <a:rPr lang="en-US" altLang="zh-CN" sz="3100" b="1" i="1" dirty="0">
                <a:solidFill>
                  <a:srgbClr val="FF0000"/>
                </a:solidFill>
              </a:rPr>
              <a:t>656-750</a:t>
            </a:r>
            <a:r>
              <a:rPr lang="zh-CN" altLang="en-US" sz="3100" b="1" i="1" dirty="0">
                <a:solidFill>
                  <a:srgbClr val="FF0000"/>
                </a:solidFill>
              </a:rPr>
              <a:t>、</a:t>
            </a:r>
            <a:r>
              <a:rPr lang="en-US" altLang="zh-CN" sz="3100" b="1" i="1" dirty="0">
                <a:solidFill>
                  <a:srgbClr val="FF0000"/>
                </a:solidFill>
              </a:rPr>
              <a:t>801-999</a:t>
            </a:r>
            <a:endParaRPr lang="en-US" altLang="zh-CN" sz="3100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首次按下“</a:t>
            </a:r>
            <a:r>
              <a:rPr lang="en-US" altLang="zh-CN" dirty="0"/>
              <a:t>AFT DIM1”</a:t>
            </a:r>
            <a:r>
              <a:rPr lang="zh-CN" altLang="en-US" dirty="0"/>
              <a:t>按钮时，相关客舱区域照明将以</a:t>
            </a:r>
            <a:r>
              <a:rPr lang="en-US" altLang="zh-CN" dirty="0"/>
              <a:t>50%</a:t>
            </a:r>
            <a:r>
              <a:rPr lang="zh-CN" altLang="en-US" dirty="0"/>
              <a:t>的亮度开启。同时，按钮指示灯也会亮起。</a:t>
            </a:r>
          </a:p>
          <a:p>
            <a:pPr latinLnBrk="1"/>
            <a:r>
              <a:rPr lang="zh-CN" altLang="en-US" b="1" i="1" dirty="0">
                <a:solidFill>
                  <a:srgbClr val="FF0000"/>
                </a:solidFill>
              </a:rPr>
              <a:t>** 适用于</a:t>
            </a:r>
            <a:r>
              <a:rPr lang="en-US" altLang="zh-CN" b="1" i="1" dirty="0">
                <a:solidFill>
                  <a:srgbClr val="FF0000"/>
                </a:solidFill>
              </a:rPr>
              <a:t>A/C FSN 151-200</a:t>
            </a:r>
            <a:r>
              <a:rPr lang="zh-CN" altLang="en-US" b="1" i="1" dirty="0">
                <a:solidFill>
                  <a:srgbClr val="FF0000"/>
                </a:solidFill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</a:rPr>
              <a:t>901-950</a:t>
            </a:r>
            <a:endParaRPr lang="en-US" altLang="zh-CN" dirty="0">
              <a:solidFill>
                <a:srgbClr val="FF0000"/>
              </a:solidFill>
            </a:endParaRPr>
          </a:p>
          <a:p>
            <a:pPr fontAlgn="t" latinLnBrk="1"/>
            <a:r>
              <a:rPr lang="zh-CN" altLang="en-US" dirty="0"/>
              <a:t>首次按下‘</a:t>
            </a:r>
            <a:r>
              <a:rPr lang="en-US" altLang="zh-CN" dirty="0"/>
              <a:t>AFT DIM2’</a:t>
            </a:r>
            <a:r>
              <a:rPr lang="zh-CN" altLang="en-US" dirty="0"/>
              <a:t>按钮时，相关客舱区域照明将以</a:t>
            </a:r>
            <a:r>
              <a:rPr lang="en-US" altLang="zh-CN" dirty="0"/>
              <a:t>10%</a:t>
            </a:r>
            <a:r>
              <a:rPr lang="zh-CN" altLang="en-US" dirty="0"/>
              <a:t>的亮度开启。同时，按钮指示灯也会亮起。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4108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7507E-2B9F-07BB-42AD-27E56C4E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A98903-F461-2938-3FBA-2965C6679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zh-CN" altLang="en-US" dirty="0"/>
              <a:t>每个客舱</a:t>
            </a:r>
            <a:r>
              <a:rPr lang="en-US" altLang="zh-CN" dirty="0"/>
              <a:t>LED</a:t>
            </a:r>
            <a:r>
              <a:rPr lang="zh-CN" altLang="en-US" dirty="0"/>
              <a:t>单元（</a:t>
            </a:r>
            <a:r>
              <a:rPr lang="en-US" altLang="zh-CN" dirty="0"/>
              <a:t>CLEDU</a:t>
            </a:r>
            <a:r>
              <a:rPr lang="zh-CN" altLang="en-US" dirty="0"/>
              <a:t>）</a:t>
            </a:r>
            <a:r>
              <a:rPr lang="en-US" altLang="zh-CN" dirty="0"/>
              <a:t>/</a:t>
            </a:r>
            <a:r>
              <a:rPr lang="zh-CN" altLang="en-US" dirty="0"/>
              <a:t>迷你</a:t>
            </a:r>
            <a:r>
              <a:rPr lang="en-US" altLang="zh-CN" dirty="0"/>
              <a:t>CLEDU</a:t>
            </a:r>
            <a:r>
              <a:rPr lang="zh-CN" altLang="en-US" dirty="0"/>
              <a:t>（</a:t>
            </a:r>
            <a:r>
              <a:rPr lang="en-US" altLang="zh-CN" dirty="0" err="1"/>
              <a:t>mCLEDU</a:t>
            </a:r>
            <a:r>
              <a:rPr lang="zh-CN" altLang="en-US" dirty="0"/>
              <a:t>）</a:t>
            </a:r>
            <a:r>
              <a:rPr lang="en-US" altLang="zh-CN" dirty="0"/>
              <a:t>/</a:t>
            </a:r>
            <a:r>
              <a:rPr lang="en-US" altLang="zh-CN" dirty="0" err="1"/>
              <a:t>mCLEDU</a:t>
            </a:r>
            <a:r>
              <a:rPr lang="en-US" altLang="zh-CN" dirty="0"/>
              <a:t>+</a:t>
            </a:r>
            <a:r>
              <a:rPr lang="zh-CN" altLang="en-US" dirty="0"/>
              <a:t>均配备一个集成电源单元，为</a:t>
            </a:r>
            <a:r>
              <a:rPr lang="en-US" altLang="zh-CN" dirty="0"/>
              <a:t>LED</a:t>
            </a:r>
            <a:r>
              <a:rPr lang="zh-CN" altLang="en-US" dirty="0"/>
              <a:t>板提供低压电源。该电源包含电压转换器和控制模块。</a:t>
            </a:r>
          </a:p>
          <a:p>
            <a:pPr latinLnBrk="1"/>
            <a:r>
              <a:rPr lang="zh-CN" altLang="en-US" dirty="0"/>
              <a:t>高压电源与低压</a:t>
            </a:r>
            <a:r>
              <a:rPr lang="en-US" altLang="zh-CN" dirty="0"/>
              <a:t>LED</a:t>
            </a:r>
            <a:r>
              <a:rPr lang="zh-CN" altLang="en-US" dirty="0"/>
              <a:t>印刷电路板（</a:t>
            </a:r>
            <a:r>
              <a:rPr lang="en-US" altLang="zh-CN" dirty="0"/>
              <a:t>PCB</a:t>
            </a:r>
            <a:r>
              <a:rPr lang="zh-CN" altLang="en-US" dirty="0"/>
              <a:t>）之间存在电气隔离。</a:t>
            </a:r>
          </a:p>
          <a:p>
            <a:pPr latinLnBrk="1"/>
            <a:r>
              <a:rPr lang="en-US" altLang="zh-CN" dirty="0"/>
              <a:t>&lt;b</a:t>
            </a:r>
            <a:r>
              <a:rPr lang="zh-CN" altLang="en-US" dirty="0"/>
              <a:t>当解码器</a:t>
            </a:r>
            <a:r>
              <a:rPr lang="en-US" altLang="zh-CN" dirty="0"/>
              <a:t>/</a:t>
            </a:r>
            <a:r>
              <a:rPr lang="zh-CN" altLang="en-US" dirty="0"/>
              <a:t>编码器单元（</a:t>
            </a:r>
            <a:r>
              <a:rPr lang="en-US" altLang="zh-CN" dirty="0"/>
              <a:t>DEU</a:t>
            </a:r>
            <a:r>
              <a:rPr lang="zh-CN" altLang="en-US" dirty="0"/>
              <a:t>）</a:t>
            </a:r>
            <a:r>
              <a:rPr lang="en-US" altLang="zh-CN" dirty="0"/>
              <a:t>A</a:t>
            </a:r>
            <a:r>
              <a:rPr lang="zh-CN" altLang="en-US" dirty="0"/>
              <a:t>未向</a:t>
            </a:r>
            <a:r>
              <a:rPr lang="en-US" altLang="zh-CN" dirty="0"/>
              <a:t>CLEDU/</a:t>
            </a:r>
            <a:r>
              <a:rPr lang="en-US" altLang="zh-CN" dirty="0" err="1"/>
              <a:t>mCLEDU</a:t>
            </a:r>
            <a:r>
              <a:rPr lang="en-US" altLang="zh-CN" dirty="0"/>
              <a:t>/</a:t>
            </a:r>
            <a:r>
              <a:rPr lang="en-US" altLang="zh-CN" dirty="0" err="1"/>
              <a:t>mCLEDU</a:t>
            </a:r>
            <a:r>
              <a:rPr lang="en-US" altLang="zh-CN" dirty="0"/>
              <a:t>+</a:t>
            </a:r>
            <a:r>
              <a:rPr lang="zh-CN" altLang="en-US" dirty="0"/>
              <a:t>提供任何输入信号时，客舱及入口照明将自动开启。此时，</a:t>
            </a:r>
            <a:r>
              <a:rPr lang="en-US" altLang="zh-CN" dirty="0"/>
              <a:t>CLEDU/</a:t>
            </a:r>
            <a:r>
              <a:rPr lang="en-US" altLang="zh-CN" dirty="0" err="1"/>
              <a:t>mCLEDU</a:t>
            </a:r>
            <a:r>
              <a:rPr lang="en-US" altLang="zh-CN" dirty="0"/>
              <a:t>/</a:t>
            </a:r>
            <a:r>
              <a:rPr lang="en-US" altLang="zh-CN" dirty="0" err="1"/>
              <a:t>mCLEDU</a:t>
            </a:r>
            <a:r>
              <a:rPr lang="en-US" altLang="zh-CN" dirty="0"/>
              <a:t>+</a:t>
            </a:r>
            <a:r>
              <a:rPr lang="zh-CN" altLang="en-US" dirty="0"/>
              <a:t>将以</a:t>
            </a:r>
            <a:r>
              <a:rPr lang="en-US" altLang="zh-CN" dirty="0"/>
              <a:t>100%</a:t>
            </a:r>
            <a:r>
              <a:rPr lang="zh-CN" altLang="en-US" dirty="0"/>
              <a:t>的亮度运行。</a:t>
            </a:r>
          </a:p>
          <a:p>
            <a:pPr latinLnBrk="1"/>
            <a:r>
              <a:rPr lang="en-US" altLang="zh-CN" dirty="0"/>
              <a:t>CLEDUs/</a:t>
            </a:r>
            <a:r>
              <a:rPr lang="en-US" altLang="zh-CN" dirty="0" err="1"/>
              <a:t>mCLEDUs</a:t>
            </a:r>
            <a:r>
              <a:rPr lang="en-US" altLang="zh-CN" dirty="0"/>
              <a:t>/</a:t>
            </a:r>
            <a:r>
              <a:rPr lang="en-US" altLang="zh-CN" dirty="0" err="1"/>
              <a:t>mCLEDU+s</a:t>
            </a:r>
            <a:r>
              <a:rPr lang="zh-CN" altLang="en-US" dirty="0"/>
              <a:t>可实现从</a:t>
            </a:r>
            <a:r>
              <a:rPr lang="en-US" altLang="zh-CN" dirty="0"/>
              <a:t>100%</a:t>
            </a:r>
            <a:r>
              <a:rPr lang="zh-CN" altLang="en-US" dirty="0"/>
              <a:t>到</a:t>
            </a:r>
            <a:r>
              <a:rPr lang="en-US" altLang="zh-CN" dirty="0"/>
              <a:t>0.1%</a:t>
            </a:r>
            <a:r>
              <a:rPr lang="zh-CN" altLang="en-US" dirty="0"/>
              <a:t>光强的连续调光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917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040D5-EA8C-87AF-3FED-8C25AC1A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A26DC-A1AE-BD2C-3A3B-EA9CC6DB0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23-73-00-00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G 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EF1080-AD26-9251-5579-47C5899DD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947" y="1729130"/>
            <a:ext cx="5071259" cy="380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96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CB03B36-4BE5-BCE2-128D-9265F3C4E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874" y="178254"/>
            <a:ext cx="6701522" cy="649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026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6600E-34BB-C72D-FE07-2FCC232A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A350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3AA295-07BA-9618-4359-F03A3670C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B1081</a:t>
            </a:r>
            <a:r>
              <a:rPr lang="zh-CN" altLang="en-US" dirty="0"/>
              <a:t>为例</a:t>
            </a:r>
          </a:p>
        </p:txBody>
      </p:sp>
    </p:spTree>
    <p:extLst>
      <p:ext uri="{BB962C8B-B14F-4D97-AF65-F5344CB8AC3E}">
        <p14:creationId xmlns:p14="http://schemas.microsoft.com/office/powerpoint/2010/main" val="3503560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8661</TotalTime>
  <Words>1010</Words>
  <Application>Microsoft Office PowerPoint</Application>
  <PresentationFormat>宽屏</PresentationFormat>
  <Paragraphs>74</Paragraphs>
  <Slides>12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等线 Light</vt:lpstr>
      <vt:lpstr>黑体</vt:lpstr>
      <vt:lpstr>宋体</vt:lpstr>
      <vt:lpstr>Arial</vt:lpstr>
      <vt:lpstr>Times New Roman</vt:lpstr>
      <vt:lpstr>Office 主题​​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321Neo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A350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T17294</dc:creator>
  <cp:lastModifiedBy>T17294</cp:lastModifiedBy>
  <cp:revision>3</cp:revision>
  <dcterms:created xsi:type="dcterms:W3CDTF">2026-05-20T01:09:34Z</dcterms:created>
  <dcterms:modified xsi:type="dcterms:W3CDTF">2026-05-28T12:27:09Z</dcterms:modified>
</cp:coreProperties>
</file>