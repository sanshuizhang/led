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9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8B9F-3A23-4491-AAFB-37A8E4D9AC3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EE13B-0CBB-4A04-9CA9-CFDF8C1C74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79B91-A25C-48EC-AA8E-424FAC6D9D39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5581A-D524-475B-94A9-E797E740DF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2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0.png"/><Relationship Id="rId2" Type="http://schemas.openxmlformats.org/officeDocument/2006/relationships/tags" Target="../tags/tag2.xml"/><Relationship Id="rId16" Type="http://schemas.openxmlformats.org/officeDocument/2006/relationships/image" Target="../media/image19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8.png"/><Relationship Id="rId10" Type="http://schemas.openxmlformats.org/officeDocument/2006/relationships/tags" Target="../tags/tag10.xml"/><Relationship Id="rId19" Type="http://schemas.openxmlformats.org/officeDocument/2006/relationships/image" Target="../media/image2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48740" y="243078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r,</a:t>
            </a:r>
            <a:r>
              <a:rPr lang="zh-CN" altLang="en-US" dirty="0"/>
              <a:t> </a:t>
            </a:r>
            <a:r>
              <a:rPr lang="en-US" altLang="zh-CN" dirty="0"/>
              <a:t>g,</a:t>
            </a:r>
            <a:r>
              <a:rPr lang="zh-CN" altLang="en-US" dirty="0"/>
              <a:t> 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w1, w2</a:t>
            </a:r>
            <a:r>
              <a:rPr lang="zh-CN" altLang="en-US" dirty="0"/>
              <a:t>）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3477791" y="2615446"/>
            <a:ext cx="77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387755" y="2176818"/>
            <a:ext cx="2463421" cy="948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103546" y="2615446"/>
            <a:ext cx="77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929235" y="243078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三维坐标（</a:t>
            </a:r>
            <a:r>
              <a:rPr lang="en-US" altLang="zh-CN" dirty="0"/>
              <a:t>x, y, z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94830" y="2466411"/>
            <a:ext cx="246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F(r,</a:t>
            </a:r>
            <a:r>
              <a:rPr lang="zh-CN" altLang="en-US" dirty="0"/>
              <a:t> </a:t>
            </a:r>
            <a:r>
              <a:rPr lang="en-US" altLang="zh-CN" dirty="0"/>
              <a:t>g,</a:t>
            </a:r>
            <a:r>
              <a:rPr lang="zh-CN" altLang="en-US" dirty="0"/>
              <a:t> 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w1,</a:t>
            </a:r>
            <a:r>
              <a:rPr lang="zh-CN" altLang="en-US" dirty="0"/>
              <a:t> </a:t>
            </a:r>
            <a:r>
              <a:rPr lang="en-US" altLang="zh-CN" dirty="0"/>
              <a:t>w2)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所有数据进行过拟合训练实现一一对应的功能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为了确保更大范围的适用性：</a:t>
            </a:r>
            <a:endParaRPr lang="en-US" altLang="zh-CN" dirty="0"/>
          </a:p>
          <a:p>
            <a:pPr lvl="1"/>
            <a:r>
              <a:rPr lang="zh-CN" altLang="en-US" dirty="0"/>
              <a:t>掩盖掉一部分，用其他数据训练的模型，将掩盖的这部分数据作为测试去计算结果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数据处理部分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03055" y="1870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https://www.xu-ancha.com/datasets/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3964" y="2886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94E52"/>
                </a:solidFill>
                <a:effectLst/>
                <a:latin typeface="Monaco"/>
              </a:rPr>
              <a:t>LED_Tech.txt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88290" y="2886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494E52"/>
                </a:solidFill>
                <a:effectLst/>
                <a:latin typeface="-apple-system"/>
              </a:rPr>
              <a:t>发光二极管数据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51" y="0"/>
            <a:ext cx="8411786" cy="65066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903855" y="554182"/>
            <a:ext cx="2641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原始数据存在的问题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衰减有增有减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平滑度不够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对原始数据进行处理，以满足：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平滑变化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单调递增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927927" y="4775200"/>
            <a:ext cx="67610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r>
              <a:rPr lang="zh-CN" altLang="en-US" dirty="0"/>
              <a:t>原始数据数据节点过少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endParaRPr lang="en-US" altLang="zh-CN" dirty="0"/>
          </a:p>
          <a:p>
            <a:r>
              <a:rPr lang="en-US" altLang="zh-CN" dirty="0"/>
              <a:t>PCHIP </a:t>
            </a:r>
            <a:r>
              <a:rPr lang="zh-CN" altLang="en-US" dirty="0"/>
              <a:t>插值扩充数据，以每</a:t>
            </a:r>
            <a:r>
              <a:rPr lang="en-US" altLang="zh-CN" dirty="0"/>
              <a:t>24</a:t>
            </a:r>
            <a:r>
              <a:rPr lang="zh-CN" altLang="en-US" dirty="0"/>
              <a:t>小时记录一次数值，从</a:t>
            </a:r>
            <a:r>
              <a:rPr lang="en-US" altLang="zh-CN" dirty="0"/>
              <a:t>30</a:t>
            </a:r>
            <a:r>
              <a:rPr lang="zh-CN" altLang="en-US" dirty="0"/>
              <a:t>条数据扩充到</a:t>
            </a:r>
            <a:r>
              <a:rPr lang="en-US" altLang="zh-CN" dirty="0"/>
              <a:t>407</a:t>
            </a:r>
            <a:r>
              <a:rPr lang="zh-CN" altLang="en-US" dirty="0"/>
              <a:t>条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61" y="329334"/>
            <a:ext cx="4398580" cy="36238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60" y="329334"/>
            <a:ext cx="3547118" cy="4648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27" y="-1"/>
            <a:ext cx="8660655" cy="669918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903855" y="554182"/>
            <a:ext cx="3046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r>
              <a:rPr lang="zh-CN" altLang="en-US" dirty="0"/>
              <a:t>部分数据没有</a:t>
            </a:r>
            <a:r>
              <a:rPr lang="en-US" altLang="zh-CN" dirty="0"/>
              <a:t>L50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解决方案</a:t>
            </a:r>
            <a:endParaRPr lang="en-US" altLang="zh-CN" dirty="0"/>
          </a:p>
          <a:p>
            <a:r>
              <a:rPr lang="zh-CN" altLang="en-US" dirty="0"/>
              <a:t>根据最后几个点的斜率进行延长预测出</a:t>
            </a:r>
            <a:r>
              <a:rPr lang="en-US" altLang="zh-CN" dirty="0"/>
              <a:t>L50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903855" y="2934184"/>
            <a:ext cx="30464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新问题：</a:t>
            </a:r>
            <a:endParaRPr lang="en-US" altLang="zh-CN" dirty="0"/>
          </a:p>
          <a:p>
            <a:r>
              <a:rPr lang="en-US" altLang="zh-CN" dirty="0"/>
              <a:t>L50</a:t>
            </a:r>
            <a:r>
              <a:rPr lang="zh-CN" altLang="en-US" dirty="0"/>
              <a:t>分布不均，部分灯具很短时间就达到</a:t>
            </a:r>
            <a:r>
              <a:rPr lang="en-US" altLang="zh-CN" dirty="0"/>
              <a:t>L50</a:t>
            </a:r>
            <a:r>
              <a:rPr lang="zh-CN" altLang="en-US" dirty="0"/>
              <a:t>，部分试验结束都没达到，而我们的预测输入窗口是固定的，对于</a:t>
            </a:r>
            <a:r>
              <a:rPr lang="en-US" altLang="zh-CN" dirty="0"/>
              <a:t>1w</a:t>
            </a:r>
            <a:r>
              <a:rPr lang="zh-CN" altLang="en-US" dirty="0"/>
              <a:t>小时才达到的，他的预测窗口甚至会大于某些</a:t>
            </a:r>
            <a:r>
              <a:rPr lang="en-US" altLang="zh-CN" dirty="0"/>
              <a:t>L50</a:t>
            </a:r>
            <a:r>
              <a:rPr lang="zh-CN" altLang="en-US" dirty="0"/>
              <a:t>的数值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解决方案</a:t>
            </a:r>
            <a:endParaRPr lang="en-US" altLang="zh-CN" dirty="0"/>
          </a:p>
          <a:p>
            <a:r>
              <a:rPr lang="zh-CN" altLang="en-US" dirty="0"/>
              <a:t>放弃预测</a:t>
            </a:r>
            <a:r>
              <a:rPr lang="en-US" altLang="zh-CN" dirty="0"/>
              <a:t>L50</a:t>
            </a:r>
            <a:r>
              <a:rPr lang="zh-CN" altLang="en-US" dirty="0"/>
              <a:t>，该为预测最后一刻的衰减数值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6452" y="1408823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MLP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84306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880633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807336" y="3340060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754913" y="5312028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880633" y="53967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9930195" y="54208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025" y="1844821"/>
            <a:ext cx="3790476" cy="1447619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52" y="1882543"/>
            <a:ext cx="3771429" cy="1428571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560" y="1863495"/>
            <a:ext cx="3790476" cy="144761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4" y="3837537"/>
            <a:ext cx="3772398" cy="1474491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677" y="3849821"/>
            <a:ext cx="3809524" cy="1485714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560" y="3842749"/>
            <a:ext cx="3809524" cy="1485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6452" y="1408823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LSTM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84306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880633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807336" y="3340060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754913" y="5312028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880633" y="53967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9930195" y="54208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80" y="1806725"/>
            <a:ext cx="3828571" cy="1523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677" y="1842592"/>
            <a:ext cx="3790476" cy="144761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13" y="1799642"/>
            <a:ext cx="3828571" cy="148571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27" y="3861796"/>
            <a:ext cx="3809524" cy="144761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677" y="3788107"/>
            <a:ext cx="3847619" cy="150476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13" y="3797631"/>
            <a:ext cx="3809524" cy="1485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6452" y="1408823"/>
            <a:ext cx="24199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GRU</a:t>
            </a:r>
            <a:endParaRPr lang="zh-CN" alt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784306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880633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9807336" y="3340060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754913" y="5312028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5880633" y="53967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9930195" y="54208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661" y="3722969"/>
            <a:ext cx="3809524" cy="148571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69" y="1867923"/>
            <a:ext cx="3828571" cy="148571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6" y="1839351"/>
            <a:ext cx="3809524" cy="154285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524" y="1867922"/>
            <a:ext cx="3790476" cy="148571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69" y="3765117"/>
            <a:ext cx="3828571" cy="150476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6" y="3722969"/>
            <a:ext cx="3771429" cy="14666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6452" y="1408823"/>
            <a:ext cx="24199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Ours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84306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880633" y="3353637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807336" y="3340060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754913" y="5312028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880633" y="53967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9930195" y="5420844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1" y="1842592"/>
            <a:ext cx="3771429" cy="150476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018" y="1842592"/>
            <a:ext cx="3790476" cy="142857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672" y="1782040"/>
            <a:ext cx="3733333" cy="1466667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32" y="3797631"/>
            <a:ext cx="3839701" cy="148571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018" y="3816235"/>
            <a:ext cx="3828571" cy="152381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560" y="3836047"/>
            <a:ext cx="3809524" cy="14476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24F766A-65EB-0904-6831-2ED803DBC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07" y="4619439"/>
            <a:ext cx="5666932" cy="16075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AA3A04-8ECA-3FF0-EC30-C93E01722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90" y="4730307"/>
            <a:ext cx="4796675" cy="13831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7B90E4-417A-74B5-03D3-2B5A3A27E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196" y="2730237"/>
            <a:ext cx="5334544" cy="15384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4CEFEF-C26D-1A62-05E0-3C5653F74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01" y="2859591"/>
            <a:ext cx="4905031" cy="134194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29CE6C4-9920-6A75-2167-671A57B24E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812" y="1198653"/>
            <a:ext cx="4860634" cy="13616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834AEA6-D737-E21B-7FB7-2E06E6D4F0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79" y="1284093"/>
            <a:ext cx="4737086" cy="12762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2ACE053-033F-A0E3-5FA3-0FA11CD2DB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196" y="-368982"/>
            <a:ext cx="5567084" cy="148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51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08858267716533,&quot;left&quot;:27.26527559055118,&quot;top&quot;:144.8307874015748,&quot;width&quot;:948.182362204724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301</Words>
  <Application>Microsoft Office PowerPoint</Application>
  <PresentationFormat>宽屏</PresentationFormat>
  <Paragraphs>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-apple-system</vt:lpstr>
      <vt:lpstr>Monaco</vt:lpstr>
      <vt:lpstr>等线</vt:lpstr>
      <vt:lpstr>等线 Light</vt:lpstr>
      <vt:lpstr>Arial</vt:lpstr>
      <vt:lpstr>Office 主题​​</vt:lpstr>
      <vt:lpstr>PowerPoint 演示文稿</vt:lpstr>
      <vt:lpstr>实验1</vt:lpstr>
      <vt:lpstr>实验2</vt:lpstr>
      <vt:lpstr>数据处理部分</vt:lpstr>
      <vt:lpstr>PowerPoint 演示文稿</vt:lpstr>
      <vt:lpstr>PowerPoint 演示文稿</vt:lpstr>
      <vt:lpstr>PowerPoint 演示文稿</vt:lpstr>
      <vt:lpstr>Baseline</vt:lpstr>
      <vt:lpstr>Baseline</vt:lpstr>
      <vt:lpstr>Baseline</vt:lpstr>
      <vt:lpstr>Baseline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T17294</dc:creator>
  <cp:lastModifiedBy>r042171</cp:lastModifiedBy>
  <cp:revision>4</cp:revision>
  <dcterms:created xsi:type="dcterms:W3CDTF">2026-05-18T01:04:00Z</dcterms:created>
  <dcterms:modified xsi:type="dcterms:W3CDTF">2026-06-09T16:33:38Z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B410E453F40346FC991155B647F5EF58_12</vt:lpwstr>
  </property>
</Properties>
</file>